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25.png" ContentType="image/png"/>
  <Override PartName="/ppt/media/image24.png" ContentType="image/png"/>
  <Override PartName="/ppt/media/image22.png" ContentType="image/png"/>
  <Override PartName="/ppt/media/image20.png" ContentType="image/png"/>
  <Override PartName="/ppt/media/image18.png" ContentType="image/png"/>
  <Override PartName="/ppt/media/image26.png" ContentType="image/png"/>
  <Override PartName="/ppt/media/media17.WAV" ContentType="audio/x-wav"/>
  <Override PartName="/ppt/media/image16.jpeg" ContentType="image/jpeg"/>
  <Override PartName="/ppt/media/image23.png" ContentType="image/png"/>
  <Override PartName="/ppt/media/image15.wmf" ContentType="image/x-wmf"/>
  <Override PartName="/ppt/media/image14.jpeg" ContentType="image/jpeg"/>
  <Override PartName="/ppt/media/image8.png" ContentType="image/png"/>
  <Override PartName="/ppt/media/image10.gif" ContentType="image/gif"/>
  <Override PartName="/ppt/media/image13.wmf" ContentType="image/x-wmf"/>
  <Override PartName="/ppt/media/image1.png" ContentType="image/png"/>
  <Override PartName="/ppt/media/image2.png" ContentType="image/png"/>
  <Override PartName="/ppt/media/image30.jpeg" ContentType="image/jpeg"/>
  <Override PartName="/ppt/media/image4.gif" ContentType="image/gif"/>
  <Override PartName="/ppt/media/audio1.wav" ContentType="audio/x-wav"/>
  <Override PartName="/ppt/media/image32.wmf" ContentType="image/x-wmf"/>
  <Override PartName="/ppt/media/image5.wmf" ContentType="image/x-wmf"/>
  <Override PartName="/ppt/media/audio6.wav" ContentType="audio/x-wav"/>
  <Override PartName="/ppt/media/audio5.wav" ContentType="audio/x-wav"/>
  <Override PartName="/ppt/media/image35.png" ContentType="image/png"/>
  <Override PartName="/ppt/media/image36.jpeg" ContentType="image/jpeg"/>
  <Override PartName="/ppt/media/image27.png" ContentType="image/png"/>
  <Override PartName="/ppt/media/image39.png" ContentType="image/png"/>
  <Override PartName="/ppt/media/image41.png" ContentType="image/png"/>
  <Override PartName="/ppt/media/image40.png" ContentType="image/png"/>
  <Override PartName="/ppt/media/image9.jpeg" ContentType="image/jpeg"/>
  <Override PartName="/ppt/media/image42.png" ContentType="image/png"/>
  <Override PartName="/ppt/media/image31.png" ContentType="image/png"/>
  <Override PartName="/ppt/media/image43.png" ContentType="image/png"/>
  <Override PartName="/ppt/media/image29.gif" ContentType="image/gif"/>
  <Override PartName="/ppt/media/image44.png" ContentType="image/png"/>
  <Override PartName="/ppt/media/image45.png" ContentType="image/png"/>
  <Override PartName="/ppt/media/image34.jpeg" ContentType="image/jpeg"/>
  <Override PartName="/ppt/media/audio4.wav" ContentType="audio/x-wav"/>
  <Override PartName="/ppt/media/image7.gif" ContentType="image/gif"/>
  <Override PartName="/ppt/media/image19.png" ContentType="image/png"/>
  <Override PartName="/ppt/media/image21.png" ContentType="image/png"/>
  <Override PartName="/ppt/media/audio3.wav" ContentType="audio/x-wav"/>
  <Override PartName="/ppt/media/image38.png" ContentType="image/png"/>
  <Override PartName="/ppt/media/image6.png" ContentType="image/png"/>
  <Override PartName="/ppt/media/image12.gif" ContentType="image/gif"/>
  <Override PartName="/ppt/media/image3.gif" ContentType="image/gif"/>
  <Override PartName="/ppt/media/image28.png" ContentType="image/png"/>
  <Override PartName="/ppt/media/image37.gif" ContentType="image/gif"/>
  <Override PartName="/ppt/media/image33.wmf" ContentType="image/x-wmf"/>
  <Override PartName="/ppt/media/audio2.wav" ContentType="audio/x-wav"/>
  <Override PartName="/ppt/media/image11.gif" ContentType="image/gi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doc" ContentType="application/msword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Fai clic per spostare la diapositiva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Fai clic per modificare il formato delle note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&lt;intestazione&gt;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221CB5-BF4C-4320-AACD-E914CD7FE6D2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&lt;numero&gt;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PlaceHolder 1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A5CC01-0EDB-4838-90E5-4575CC597E9B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4" name="Text Box 2"/>
          <p:cNvSpPr/>
          <p:nvPr/>
        </p:nvSpPr>
        <p:spPr>
          <a:xfrm>
            <a:off x="1440" y="0"/>
            <a:ext cx="1080" cy="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  <a:ea typeface="+mn-ea"/>
            </a:endParaRPr>
          </a:p>
        </p:txBody>
      </p:sp>
      <p:sp>
        <p:nvSpPr>
          <p:cNvPr id="30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PlaceHolder 1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DCA52E-27BA-4649-A087-CE375B0B3D61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7" name="Text Box 2"/>
          <p:cNvSpPr/>
          <p:nvPr/>
        </p:nvSpPr>
        <p:spPr>
          <a:xfrm>
            <a:off x="1440" y="0"/>
            <a:ext cx="1080" cy="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  <a:ea typeface="+mn-ea"/>
            </a:endParaRPr>
          </a:p>
        </p:txBody>
      </p:sp>
      <p:sp>
        <p:nvSpPr>
          <p:cNvPr id="30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PlaceHolder 1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D30C3F-F50D-40EB-8309-B4130B4A50E2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0" name="Text Box 2"/>
          <p:cNvSpPr/>
          <p:nvPr/>
        </p:nvSpPr>
        <p:spPr>
          <a:xfrm>
            <a:off x="0" y="-9171000"/>
            <a:ext cx="1080" cy="19730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  <a:ea typeface="+mn-ea"/>
            </a:endParaRPr>
          </a:p>
        </p:txBody>
      </p:sp>
      <p:sp>
        <p:nvSpPr>
          <p:cNvPr id="30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PlaceHolder 1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90DB76-D5A4-4539-9D21-AD4C5547CF09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3" name="Text Box 2"/>
          <p:cNvSpPr/>
          <p:nvPr/>
        </p:nvSpPr>
        <p:spPr>
          <a:xfrm>
            <a:off x="0" y="-9171000"/>
            <a:ext cx="1080" cy="19730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  <a:ea typeface="+mn-ea"/>
            </a:endParaRPr>
          </a:p>
        </p:txBody>
      </p:sp>
      <p:sp>
        <p:nvSpPr>
          <p:cNvPr id="30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PlaceHolder 1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EEC254-B342-4753-92E3-ECDACC3ADADA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6" name="Text Box 2"/>
          <p:cNvSpPr/>
          <p:nvPr/>
        </p:nvSpPr>
        <p:spPr>
          <a:xfrm>
            <a:off x="0" y="-9171000"/>
            <a:ext cx="1080" cy="19730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  <a:ea typeface="+mn-ea"/>
            </a:endParaRPr>
          </a:p>
        </p:txBody>
      </p:sp>
      <p:sp>
        <p:nvSpPr>
          <p:cNvPr id="30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PlaceHolder 1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CF0212-2B88-4FCB-AFE5-E77A465033BC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9" name="PlaceHolder 2"/>
          <p:cNvSpPr>
            <a:spLocks noGrp="1"/>
          </p:cNvSpPr>
          <p:nvPr>
            <p:ph type="sldImg"/>
          </p:nvPr>
        </p:nvSpPr>
        <p:spPr>
          <a:xfrm>
            <a:off x="-13150800" y="-9171000"/>
            <a:ext cx="26303040" cy="19729080"/>
          </a:xfrm>
          <a:prstGeom prst="rect">
            <a:avLst/>
          </a:prstGeom>
          <a:ln w="0">
            <a:noFill/>
          </a:ln>
        </p:spPr>
      </p:sp>
      <p:sp>
        <p:nvSpPr>
          <p:cNvPr id="305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02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3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0A49D-4860-4089-AE8E-3550C8FD6D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46B280-F1B1-4FDF-B042-48C32F5387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2397A76-CF10-4198-ADF5-40C670CCFD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3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AE7E441-979A-4873-A1DC-C6A861E3D1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392088F-2749-465A-9B7D-5A2320E3B7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3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3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A921A59-3ECE-4EC2-95D4-4165AF19A0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452A625-8BFD-4A5B-8CA9-19595EC016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C48F4BE1-EB1C-4C6A-BEA6-F75734479D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D54E36C-D525-4395-B435-3BA6A3E450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FC8158A-2452-403D-B1DF-2E5C5D7665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87C57A46-EDF0-4513-92C7-0A06D1E315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c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3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0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2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4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9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216" name="Group 2"/>
          <p:cNvGrpSpPr/>
          <p:nvPr/>
        </p:nvGrpSpPr>
        <p:grpSpPr>
          <a:xfrm>
            <a:off x="-104760" y="1311120"/>
            <a:ext cx="9349920" cy="5633640"/>
            <a:chOff x="-104760" y="1311120"/>
            <a:chExt cx="9349920" cy="5633640"/>
          </a:xfrm>
        </p:grpSpPr>
        <p:sp>
          <p:nvSpPr>
            <p:cNvPr id="217" name="Rectangle 3"/>
            <p:cNvSpPr/>
            <p:nvPr/>
          </p:nvSpPr>
          <p:spPr>
            <a:xfrm flipV="1" rot="20798400">
              <a:off x="-23400" y="164232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" name="Rectangle 4"/>
            <p:cNvSpPr/>
            <p:nvPr/>
          </p:nvSpPr>
          <p:spPr>
            <a:xfrm flipV="1" rot="20774400">
              <a:off x="-39240" y="179208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" name="Rectangle 5"/>
            <p:cNvSpPr/>
            <p:nvPr/>
          </p:nvSpPr>
          <p:spPr>
            <a:xfrm flipV="1" rot="20757600">
              <a:off x="-44280" y="190368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" name="Rectangle 6"/>
            <p:cNvSpPr/>
            <p:nvPr/>
          </p:nvSpPr>
          <p:spPr>
            <a:xfrm flipV="1" rot="20684400">
              <a:off x="-69480" y="203904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" name="Rectangle 7"/>
            <p:cNvSpPr/>
            <p:nvPr/>
          </p:nvSpPr>
          <p:spPr>
            <a:xfrm flipV="1" rot="20631000">
              <a:off x="-82440" y="222012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" name="Rectangle 8"/>
            <p:cNvSpPr/>
            <p:nvPr/>
          </p:nvSpPr>
          <p:spPr>
            <a:xfrm flipV="1" rot="20554200">
              <a:off x="-104760" y="241992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" name="Rectangle 9"/>
            <p:cNvSpPr/>
            <p:nvPr/>
          </p:nvSpPr>
          <p:spPr>
            <a:xfrm flipV="1" rot="20466600">
              <a:off x="-149040" y="269208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" name="Rectangle 10"/>
            <p:cNvSpPr/>
            <p:nvPr/>
          </p:nvSpPr>
          <p:spPr>
            <a:xfrm flipV="1" rot="20343000">
              <a:off x="-158400" y="296064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" name="Rectangle 11"/>
            <p:cNvSpPr/>
            <p:nvPr/>
          </p:nvSpPr>
          <p:spPr>
            <a:xfrm flipV="1" rot="20211000">
              <a:off x="-263520" y="326232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" name="Rectangle 12"/>
            <p:cNvSpPr/>
            <p:nvPr/>
          </p:nvSpPr>
          <p:spPr>
            <a:xfrm flipV="1" rot="20103000">
              <a:off x="-340920" y="363600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" name="Rectangle 13"/>
            <p:cNvSpPr/>
            <p:nvPr/>
          </p:nvSpPr>
          <p:spPr>
            <a:xfrm flipV="1" rot="19923600">
              <a:off x="-498240" y="415728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" name="Rectangle 14"/>
            <p:cNvSpPr/>
            <p:nvPr/>
          </p:nvSpPr>
          <p:spPr>
            <a:xfrm flipV="1" rot="19686000">
              <a:off x="12240" y="457596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" name="Rectangle 15"/>
            <p:cNvSpPr/>
            <p:nvPr/>
          </p:nvSpPr>
          <p:spPr>
            <a:xfrm flipV="1" rot="19383600">
              <a:off x="2092320" y="465120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" name="Rectangle 16"/>
            <p:cNvSpPr/>
            <p:nvPr/>
          </p:nvSpPr>
          <p:spPr>
            <a:xfrm flipV="1" rot="18994200">
              <a:off x="4254480" y="487800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" name="Rectangle 17"/>
            <p:cNvSpPr/>
            <p:nvPr/>
          </p:nvSpPr>
          <p:spPr>
            <a:xfrm flipV="1" rot="18603000">
              <a:off x="6432120" y="556308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" name="Rectangle 18"/>
            <p:cNvSpPr/>
            <p:nvPr/>
          </p:nvSpPr>
          <p:spPr>
            <a:xfrm flipH="1" flipV="1" rot="18391800">
              <a:off x="8521560" y="661752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" name="Rectangle 19"/>
            <p:cNvSpPr/>
            <p:nvPr/>
          </p:nvSpPr>
          <p:spPr>
            <a:xfrm rot="1058400">
              <a:off x="-232920" y="374904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" name="Rectangle 20"/>
            <p:cNvSpPr/>
            <p:nvPr/>
          </p:nvSpPr>
          <p:spPr>
            <a:xfrm rot="1563600">
              <a:off x="-315360" y="539388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" name="Rectangle 21"/>
            <p:cNvSpPr/>
            <p:nvPr/>
          </p:nvSpPr>
          <p:spPr>
            <a:xfrm rot="1732800">
              <a:off x="-263160" y="575604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" name="Rectangle 22"/>
            <p:cNvSpPr/>
            <p:nvPr/>
          </p:nvSpPr>
          <p:spPr>
            <a:xfrm rot="1969200">
              <a:off x="-176040" y="622908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" name="Rectangle 23"/>
            <p:cNvSpPr/>
            <p:nvPr/>
          </p:nvSpPr>
          <p:spPr>
            <a:xfrm rot="1386000">
              <a:off x="-344160" y="511596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" name="Rectangle 24"/>
            <p:cNvSpPr/>
            <p:nvPr/>
          </p:nvSpPr>
          <p:spPr>
            <a:xfrm rot="984000">
              <a:off x="-183960" y="338292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 flipV="1" rot="930000">
              <a:off x="125280" y="309204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" name="Rectangle 26"/>
            <p:cNvSpPr/>
            <p:nvPr/>
          </p:nvSpPr>
          <p:spPr>
            <a:xfrm rot="868200">
              <a:off x="591840" y="286380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 rot="775800">
              <a:off x="1344600" y="251460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 rot="735600">
              <a:off x="1670040" y="234612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 rot="692400">
              <a:off x="1973160" y="218844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" name="Rectangle 30"/>
            <p:cNvSpPr/>
            <p:nvPr/>
          </p:nvSpPr>
          <p:spPr>
            <a:xfrm flipV="1" rot="655800">
              <a:off x="2358720" y="207468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" name="Rectangle 31"/>
            <p:cNvSpPr/>
            <p:nvPr/>
          </p:nvSpPr>
          <p:spPr>
            <a:xfrm flipV="1" rot="637200">
              <a:off x="2617560" y="193608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" name="Rectangle 32"/>
            <p:cNvSpPr/>
            <p:nvPr/>
          </p:nvSpPr>
          <p:spPr>
            <a:xfrm flipV="1" rot="804000">
              <a:off x="968040" y="267624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" name="Rectangle 33"/>
            <p:cNvSpPr/>
            <p:nvPr/>
          </p:nvSpPr>
          <p:spPr>
            <a:xfrm flipV="1" rot="1273200">
              <a:off x="-325080" y="472680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" name="Rectangle 34"/>
            <p:cNvSpPr/>
            <p:nvPr/>
          </p:nvSpPr>
          <p:spPr>
            <a:xfrm flipV="1" rot="1170000">
              <a:off x="-277920" y="423000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" name="Oval 35"/>
            <p:cNvSpPr/>
            <p:nvPr/>
          </p:nvSpPr>
          <p:spPr>
            <a:xfrm>
              <a:off x="1173240" y="533556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" name="Oval 36"/>
            <p:cNvSpPr/>
            <p:nvPr/>
          </p:nvSpPr>
          <p:spPr>
            <a:xfrm>
              <a:off x="37296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" name="Oval 37"/>
            <p:cNvSpPr/>
            <p:nvPr/>
          </p:nvSpPr>
          <p:spPr>
            <a:xfrm>
              <a:off x="250920" y="580068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" name="Oval 38"/>
            <p:cNvSpPr/>
            <p:nvPr/>
          </p:nvSpPr>
          <p:spPr>
            <a:xfrm>
              <a:off x="3295800" y="422748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" name="Oval 39"/>
            <p:cNvSpPr/>
            <p:nvPr/>
          </p:nvSpPr>
          <p:spPr>
            <a:xfrm>
              <a:off x="1940040" y="48862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" name="Oval 40"/>
            <p:cNvSpPr/>
            <p:nvPr/>
          </p:nvSpPr>
          <p:spPr>
            <a:xfrm>
              <a:off x="2674800" y="453852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" name="Oval 41"/>
            <p:cNvSpPr/>
            <p:nvPr/>
          </p:nvSpPr>
          <p:spPr>
            <a:xfrm>
              <a:off x="1189080" y="451008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" name="Oval 42"/>
            <p:cNvSpPr/>
            <p:nvPr/>
          </p:nvSpPr>
          <p:spPr>
            <a:xfrm>
              <a:off x="581040" y="421956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" name="Oval 43"/>
            <p:cNvSpPr/>
            <p:nvPr/>
          </p:nvSpPr>
          <p:spPr>
            <a:xfrm>
              <a:off x="1859040" y="41972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" name="Oval 44"/>
            <p:cNvSpPr/>
            <p:nvPr/>
          </p:nvSpPr>
          <p:spPr>
            <a:xfrm>
              <a:off x="3809880" y="39481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" name="Oval 45"/>
            <p:cNvSpPr/>
            <p:nvPr/>
          </p:nvSpPr>
          <p:spPr>
            <a:xfrm>
              <a:off x="3030480" y="367668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" name="Oval 46"/>
            <p:cNvSpPr/>
            <p:nvPr/>
          </p:nvSpPr>
          <p:spPr>
            <a:xfrm>
              <a:off x="3576600" y="34225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" name="Oval 47"/>
            <p:cNvSpPr/>
            <p:nvPr/>
          </p:nvSpPr>
          <p:spPr>
            <a:xfrm>
              <a:off x="4351320" y="366228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" name="Oval 48"/>
            <p:cNvSpPr/>
            <p:nvPr/>
          </p:nvSpPr>
          <p:spPr>
            <a:xfrm>
              <a:off x="4462560" y="301608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" name="Oval 49"/>
            <p:cNvSpPr/>
            <p:nvPr/>
          </p:nvSpPr>
          <p:spPr>
            <a:xfrm>
              <a:off x="5905440" y="2847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" name="Oval 50"/>
            <p:cNvSpPr/>
            <p:nvPr/>
          </p:nvSpPr>
          <p:spPr>
            <a:xfrm>
              <a:off x="559908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5" name="Oval 51"/>
            <p:cNvSpPr/>
            <p:nvPr/>
          </p:nvSpPr>
          <p:spPr>
            <a:xfrm>
              <a:off x="4862520" y="282564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6" name="Oval 52"/>
            <p:cNvSpPr/>
            <p:nvPr/>
          </p:nvSpPr>
          <p:spPr>
            <a:xfrm>
              <a:off x="5200560" y="32162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7" name="Oval 53"/>
            <p:cNvSpPr/>
            <p:nvPr/>
          </p:nvSpPr>
          <p:spPr>
            <a:xfrm>
              <a:off x="4803840" y="343224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8" name="Oval 54"/>
            <p:cNvSpPr/>
            <p:nvPr/>
          </p:nvSpPr>
          <p:spPr>
            <a:xfrm>
              <a:off x="2489040" y="38973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9" name="Oval 55"/>
            <p:cNvSpPr/>
            <p:nvPr/>
          </p:nvSpPr>
          <p:spPr>
            <a:xfrm>
              <a:off x="2955960" y="322272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0" name="Oval 56"/>
            <p:cNvSpPr/>
            <p:nvPr/>
          </p:nvSpPr>
          <p:spPr>
            <a:xfrm>
              <a:off x="2400480" y="345600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1" name="Oval 57"/>
            <p:cNvSpPr/>
            <p:nvPr/>
          </p:nvSpPr>
          <p:spPr>
            <a:xfrm>
              <a:off x="1889280" y="367200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2" name="Oval 58"/>
            <p:cNvSpPr/>
            <p:nvPr/>
          </p:nvSpPr>
          <p:spPr>
            <a:xfrm>
              <a:off x="1830240" y="32529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3" name="Oval 59"/>
            <p:cNvSpPr/>
            <p:nvPr/>
          </p:nvSpPr>
          <p:spPr>
            <a:xfrm>
              <a:off x="1811160" y="28656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4" name="Oval 60"/>
            <p:cNvSpPr/>
            <p:nvPr/>
          </p:nvSpPr>
          <p:spPr>
            <a:xfrm>
              <a:off x="2379600" y="30384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5" name="Oval 61"/>
            <p:cNvSpPr/>
            <p:nvPr/>
          </p:nvSpPr>
          <p:spPr>
            <a:xfrm>
              <a:off x="28623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6" name="Oval 62"/>
            <p:cNvSpPr/>
            <p:nvPr/>
          </p:nvSpPr>
          <p:spPr>
            <a:xfrm>
              <a:off x="3425760" y="30272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7" name="Oval 63"/>
            <p:cNvSpPr/>
            <p:nvPr/>
          </p:nvSpPr>
          <p:spPr>
            <a:xfrm>
              <a:off x="3859200" y="28400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8" name="Oval 64"/>
            <p:cNvSpPr/>
            <p:nvPr/>
          </p:nvSpPr>
          <p:spPr>
            <a:xfrm>
              <a:off x="744480" y="32288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79" name="Oval 65"/>
            <p:cNvSpPr/>
            <p:nvPr/>
          </p:nvSpPr>
          <p:spPr>
            <a:xfrm>
              <a:off x="106200" y="34416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0" name="Oval 66"/>
            <p:cNvSpPr/>
            <p:nvPr/>
          </p:nvSpPr>
          <p:spPr>
            <a:xfrm>
              <a:off x="1265400" y="3044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1" name="Oval 67"/>
            <p:cNvSpPr/>
            <p:nvPr/>
          </p:nvSpPr>
          <p:spPr>
            <a:xfrm>
              <a:off x="720720" y="2855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2" name="Oval 68"/>
            <p:cNvSpPr/>
            <p:nvPr/>
          </p:nvSpPr>
          <p:spPr>
            <a:xfrm>
              <a:off x="177840" y="3021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3" name="Oval 69"/>
            <p:cNvSpPr/>
            <p:nvPr/>
          </p:nvSpPr>
          <p:spPr>
            <a:xfrm>
              <a:off x="684360" y="36910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4" name="Oval 70"/>
            <p:cNvSpPr/>
            <p:nvPr/>
          </p:nvSpPr>
          <p:spPr>
            <a:xfrm>
              <a:off x="1290600" y="346068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" name="Oval 71"/>
            <p:cNvSpPr/>
            <p:nvPr/>
          </p:nvSpPr>
          <p:spPr>
            <a:xfrm>
              <a:off x="1251000" y="392760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6" name="Oval 72"/>
            <p:cNvSpPr/>
            <p:nvPr/>
          </p:nvSpPr>
          <p:spPr>
            <a:xfrm>
              <a:off x="4037040" y="32018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7" name="Oval 73"/>
            <p:cNvSpPr/>
            <p:nvPr/>
          </p:nvSpPr>
          <p:spPr>
            <a:xfrm>
              <a:off x="2311560" y="27018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8" name="Oval 74"/>
            <p:cNvSpPr/>
            <p:nvPr/>
          </p:nvSpPr>
          <p:spPr>
            <a:xfrm>
              <a:off x="277164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9" name="Oval 75"/>
            <p:cNvSpPr/>
            <p:nvPr/>
          </p:nvSpPr>
          <p:spPr>
            <a:xfrm>
              <a:off x="219708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0" name="Oval 76"/>
            <p:cNvSpPr/>
            <p:nvPr/>
          </p:nvSpPr>
          <p:spPr>
            <a:xfrm>
              <a:off x="1733400" y="25351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1" name="Oval 77"/>
            <p:cNvSpPr/>
            <p:nvPr/>
          </p:nvSpPr>
          <p:spPr>
            <a:xfrm>
              <a:off x="1255680" y="268596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2" name="Oval 78"/>
            <p:cNvSpPr/>
            <p:nvPr/>
          </p:nvSpPr>
          <p:spPr>
            <a:xfrm>
              <a:off x="3191040" y="2403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3" name="Oval 79"/>
            <p:cNvSpPr/>
            <p:nvPr/>
          </p:nvSpPr>
          <p:spPr>
            <a:xfrm>
              <a:off x="331164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4" name="Oval 80"/>
            <p:cNvSpPr/>
            <p:nvPr/>
          </p:nvSpPr>
          <p:spPr>
            <a:xfrm>
              <a:off x="372096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5" name="Oval 81"/>
            <p:cNvSpPr/>
            <p:nvPr/>
          </p:nvSpPr>
          <p:spPr>
            <a:xfrm>
              <a:off x="4259160" y="26798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6" name="Oval 82"/>
            <p:cNvSpPr/>
            <p:nvPr/>
          </p:nvSpPr>
          <p:spPr>
            <a:xfrm>
              <a:off x="1278000" y="2403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7" name="Oval 83"/>
            <p:cNvSpPr/>
            <p:nvPr/>
          </p:nvSpPr>
          <p:spPr>
            <a:xfrm>
              <a:off x="78408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8" name="Oval 84"/>
            <p:cNvSpPr/>
            <p:nvPr/>
          </p:nvSpPr>
          <p:spPr>
            <a:xfrm>
              <a:off x="360360" y="23972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9" name="Oval 85"/>
            <p:cNvSpPr/>
            <p:nvPr/>
          </p:nvSpPr>
          <p:spPr>
            <a:xfrm>
              <a:off x="247680" y="26989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0" name="Oval 86"/>
            <p:cNvSpPr/>
            <p:nvPr/>
          </p:nvSpPr>
          <p:spPr>
            <a:xfrm>
              <a:off x="4581360" y="253512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1" name="Oval 87"/>
            <p:cNvSpPr/>
            <p:nvPr/>
          </p:nvSpPr>
          <p:spPr>
            <a:xfrm>
              <a:off x="488628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2" name="Oval 88"/>
            <p:cNvSpPr/>
            <p:nvPr/>
          </p:nvSpPr>
          <p:spPr>
            <a:xfrm>
              <a:off x="518940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3" name="Oval 89"/>
            <p:cNvSpPr/>
            <p:nvPr/>
          </p:nvSpPr>
          <p:spPr>
            <a:xfrm>
              <a:off x="547992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4" name="Oval 90"/>
            <p:cNvSpPr/>
            <p:nvPr/>
          </p:nvSpPr>
          <p:spPr>
            <a:xfrm>
              <a:off x="57942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5" name="Oval 91"/>
            <p:cNvSpPr/>
            <p:nvPr/>
          </p:nvSpPr>
          <p:spPr>
            <a:xfrm>
              <a:off x="6746760" y="240516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6" name="Oval 92"/>
            <p:cNvSpPr/>
            <p:nvPr/>
          </p:nvSpPr>
          <p:spPr>
            <a:xfrm>
              <a:off x="6191280" y="270360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7" name="Oval 93"/>
            <p:cNvSpPr/>
            <p:nvPr/>
          </p:nvSpPr>
          <p:spPr>
            <a:xfrm>
              <a:off x="6485040" y="255600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8" name="Oval 94"/>
            <p:cNvSpPr/>
            <p:nvPr/>
          </p:nvSpPr>
          <p:spPr>
            <a:xfrm>
              <a:off x="2033640" y="580248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9" name="Oval 95"/>
            <p:cNvSpPr/>
            <p:nvPr/>
          </p:nvSpPr>
          <p:spPr>
            <a:xfrm>
              <a:off x="1120680" y="637524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0" name="Oval 96"/>
            <p:cNvSpPr/>
            <p:nvPr/>
          </p:nvSpPr>
          <p:spPr>
            <a:xfrm>
              <a:off x="3537000" y="49086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1" name="Oval 97"/>
            <p:cNvSpPr/>
            <p:nvPr/>
          </p:nvSpPr>
          <p:spPr>
            <a:xfrm>
              <a:off x="4132440" y="455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2" name="Oval 98"/>
            <p:cNvSpPr/>
            <p:nvPr/>
          </p:nvSpPr>
          <p:spPr>
            <a:xfrm>
              <a:off x="4613400" y="42386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3" name="Oval 99"/>
            <p:cNvSpPr/>
            <p:nvPr/>
          </p:nvSpPr>
          <p:spPr>
            <a:xfrm>
              <a:off x="5154480" y="389880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4" name="Oval 100"/>
            <p:cNvSpPr/>
            <p:nvPr/>
          </p:nvSpPr>
          <p:spPr>
            <a:xfrm>
              <a:off x="2857680" y="53370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5" name="Oval 101"/>
            <p:cNvSpPr/>
            <p:nvPr/>
          </p:nvSpPr>
          <p:spPr>
            <a:xfrm>
              <a:off x="5573880" y="36576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6" name="Oval 102"/>
            <p:cNvSpPr/>
            <p:nvPr/>
          </p:nvSpPr>
          <p:spPr>
            <a:xfrm>
              <a:off x="6316560" y="320040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7" name="Oval 103"/>
            <p:cNvSpPr/>
            <p:nvPr/>
          </p:nvSpPr>
          <p:spPr>
            <a:xfrm>
              <a:off x="5956200" y="342900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8" name="Oval 104"/>
            <p:cNvSpPr/>
            <p:nvPr/>
          </p:nvSpPr>
          <p:spPr>
            <a:xfrm>
              <a:off x="6627960" y="30160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19" name="Oval 105"/>
            <p:cNvSpPr/>
            <p:nvPr/>
          </p:nvSpPr>
          <p:spPr>
            <a:xfrm>
              <a:off x="6885000" y="285588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0" name="Oval 106"/>
            <p:cNvSpPr/>
            <p:nvPr/>
          </p:nvSpPr>
          <p:spPr>
            <a:xfrm>
              <a:off x="7149960" y="270180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1" name="Oval 107"/>
            <p:cNvSpPr/>
            <p:nvPr/>
          </p:nvSpPr>
          <p:spPr>
            <a:xfrm>
              <a:off x="7397640" y="25480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2" name="Oval 108"/>
            <p:cNvSpPr/>
            <p:nvPr/>
          </p:nvSpPr>
          <p:spPr>
            <a:xfrm>
              <a:off x="7623000" y="240336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3" name="Oval 109"/>
            <p:cNvSpPr/>
            <p:nvPr/>
          </p:nvSpPr>
          <p:spPr>
            <a:xfrm>
              <a:off x="7824960" y="22748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4" name="Oval 110"/>
            <p:cNvSpPr/>
            <p:nvPr/>
          </p:nvSpPr>
          <p:spPr>
            <a:xfrm>
              <a:off x="6086520" y="227340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5" name="Oval 111"/>
            <p:cNvSpPr/>
            <p:nvPr/>
          </p:nvSpPr>
          <p:spPr>
            <a:xfrm>
              <a:off x="5214960" y="227340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6" name="Oval 112"/>
            <p:cNvSpPr/>
            <p:nvPr/>
          </p:nvSpPr>
          <p:spPr>
            <a:xfrm>
              <a:off x="4716360" y="21718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7" name="Oval 113"/>
            <p:cNvSpPr/>
            <p:nvPr/>
          </p:nvSpPr>
          <p:spPr>
            <a:xfrm>
              <a:off x="5002200" y="2054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8" name="Oval 114"/>
            <p:cNvSpPr/>
            <p:nvPr/>
          </p:nvSpPr>
          <p:spPr>
            <a:xfrm>
              <a:off x="4792680" y="186048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29" name="Oval 115"/>
            <p:cNvSpPr/>
            <p:nvPr/>
          </p:nvSpPr>
          <p:spPr>
            <a:xfrm>
              <a:off x="3876840" y="217476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0" name="Oval 116"/>
            <p:cNvSpPr/>
            <p:nvPr/>
          </p:nvSpPr>
          <p:spPr>
            <a:xfrm>
              <a:off x="3651120" y="194004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1" name="Oval 117"/>
            <p:cNvSpPr/>
            <p:nvPr/>
          </p:nvSpPr>
          <p:spPr>
            <a:xfrm>
              <a:off x="3324240" y="204156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2" name="Oval 118"/>
            <p:cNvSpPr/>
            <p:nvPr/>
          </p:nvSpPr>
          <p:spPr>
            <a:xfrm>
              <a:off x="3535200" y="229248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3" name="Oval 119"/>
            <p:cNvSpPr/>
            <p:nvPr/>
          </p:nvSpPr>
          <p:spPr>
            <a:xfrm>
              <a:off x="1758960" y="226368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4" name="Oval 120"/>
            <p:cNvSpPr/>
            <p:nvPr/>
          </p:nvSpPr>
          <p:spPr>
            <a:xfrm>
              <a:off x="968400" y="204156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5" name="Oval 121"/>
            <p:cNvSpPr/>
            <p:nvPr/>
          </p:nvSpPr>
          <p:spPr>
            <a:xfrm>
              <a:off x="482760" y="21589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6" name="Oval 122"/>
            <p:cNvSpPr/>
            <p:nvPr/>
          </p:nvSpPr>
          <p:spPr>
            <a:xfrm>
              <a:off x="246240" y="183528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7" name="Oval 123"/>
            <p:cNvSpPr/>
            <p:nvPr/>
          </p:nvSpPr>
          <p:spPr>
            <a:xfrm>
              <a:off x="7202520" y="2170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8" name="Oval 124"/>
            <p:cNvSpPr/>
            <p:nvPr/>
          </p:nvSpPr>
          <p:spPr>
            <a:xfrm>
              <a:off x="6994440" y="228924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39" name="Oval 125"/>
            <p:cNvSpPr/>
            <p:nvPr/>
          </p:nvSpPr>
          <p:spPr>
            <a:xfrm>
              <a:off x="6335640" y="21556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0" name="Oval 126"/>
            <p:cNvSpPr/>
            <p:nvPr/>
          </p:nvSpPr>
          <p:spPr>
            <a:xfrm>
              <a:off x="5500800" y="21556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1" name="Oval 127"/>
            <p:cNvSpPr/>
            <p:nvPr/>
          </p:nvSpPr>
          <p:spPr>
            <a:xfrm>
              <a:off x="4525920" y="195264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2" name="Oval 128"/>
            <p:cNvSpPr/>
            <p:nvPr/>
          </p:nvSpPr>
          <p:spPr>
            <a:xfrm>
              <a:off x="4249800" y="176364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3" name="Oval 129"/>
            <p:cNvSpPr/>
            <p:nvPr/>
          </p:nvSpPr>
          <p:spPr>
            <a:xfrm>
              <a:off x="4537080" y="16621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4" name="Oval 130"/>
            <p:cNvSpPr/>
            <p:nvPr/>
          </p:nvSpPr>
          <p:spPr>
            <a:xfrm>
              <a:off x="3081240" y="16542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5" name="Oval 131"/>
            <p:cNvSpPr/>
            <p:nvPr/>
          </p:nvSpPr>
          <p:spPr>
            <a:xfrm>
              <a:off x="1725480" y="203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6" name="Oval 132"/>
            <p:cNvSpPr/>
            <p:nvPr/>
          </p:nvSpPr>
          <p:spPr>
            <a:xfrm>
              <a:off x="1311120" y="21463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7" name="Oval 133"/>
            <p:cNvSpPr/>
            <p:nvPr/>
          </p:nvSpPr>
          <p:spPr>
            <a:xfrm>
              <a:off x="851040" y="22701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8" name="Oval 134"/>
            <p:cNvSpPr/>
            <p:nvPr/>
          </p:nvSpPr>
          <p:spPr>
            <a:xfrm>
              <a:off x="1006560" y="1685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49" name="Oval 135"/>
            <p:cNvSpPr/>
            <p:nvPr/>
          </p:nvSpPr>
          <p:spPr>
            <a:xfrm>
              <a:off x="2443320" y="16700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0" name="Oval 136"/>
            <p:cNvSpPr/>
            <p:nvPr/>
          </p:nvSpPr>
          <p:spPr>
            <a:xfrm>
              <a:off x="1776240" y="169056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1" name="Oval 137"/>
            <p:cNvSpPr/>
            <p:nvPr/>
          </p:nvSpPr>
          <p:spPr>
            <a:xfrm>
              <a:off x="6556320" y="20415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2" name="Oval 138"/>
            <p:cNvSpPr/>
            <p:nvPr/>
          </p:nvSpPr>
          <p:spPr>
            <a:xfrm>
              <a:off x="5518080" y="18493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3" name="Oval 139"/>
            <p:cNvSpPr/>
            <p:nvPr/>
          </p:nvSpPr>
          <p:spPr>
            <a:xfrm>
              <a:off x="5261040" y="19540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4" name="Oval 140"/>
            <p:cNvSpPr/>
            <p:nvPr/>
          </p:nvSpPr>
          <p:spPr>
            <a:xfrm>
              <a:off x="5037120" y="176832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5" name="Oval 141"/>
            <p:cNvSpPr/>
            <p:nvPr/>
          </p:nvSpPr>
          <p:spPr>
            <a:xfrm>
              <a:off x="3801960" y="1671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6" name="Oval 142"/>
            <p:cNvSpPr/>
            <p:nvPr/>
          </p:nvSpPr>
          <p:spPr>
            <a:xfrm>
              <a:off x="4394160" y="229860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7" name="Oval 143"/>
            <p:cNvSpPr/>
            <p:nvPr/>
          </p:nvSpPr>
          <p:spPr>
            <a:xfrm>
              <a:off x="4214880" y="20574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8" name="Oval 144"/>
            <p:cNvSpPr/>
            <p:nvPr/>
          </p:nvSpPr>
          <p:spPr>
            <a:xfrm>
              <a:off x="3968640" y="184320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59" name="Oval 145"/>
            <p:cNvSpPr/>
            <p:nvPr/>
          </p:nvSpPr>
          <p:spPr>
            <a:xfrm>
              <a:off x="3525840" y="17510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0" name="Oval 146"/>
            <p:cNvSpPr/>
            <p:nvPr/>
          </p:nvSpPr>
          <p:spPr>
            <a:xfrm>
              <a:off x="3219480" y="18478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1" name="Oval 147"/>
            <p:cNvSpPr/>
            <p:nvPr/>
          </p:nvSpPr>
          <p:spPr>
            <a:xfrm>
              <a:off x="2975040" y="21556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2" name="Oval 148"/>
            <p:cNvSpPr/>
            <p:nvPr/>
          </p:nvSpPr>
          <p:spPr>
            <a:xfrm>
              <a:off x="2870280" y="19447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3" name="Oval 149"/>
            <p:cNvSpPr/>
            <p:nvPr/>
          </p:nvSpPr>
          <p:spPr>
            <a:xfrm>
              <a:off x="2757600" y="17463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4" name="Oval 150"/>
            <p:cNvSpPr/>
            <p:nvPr/>
          </p:nvSpPr>
          <p:spPr>
            <a:xfrm>
              <a:off x="2511360" y="204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5" name="Oval 151"/>
            <p:cNvSpPr/>
            <p:nvPr/>
          </p:nvSpPr>
          <p:spPr>
            <a:xfrm>
              <a:off x="2187720" y="2135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6" name="Oval 152"/>
            <p:cNvSpPr/>
            <p:nvPr/>
          </p:nvSpPr>
          <p:spPr>
            <a:xfrm>
              <a:off x="2425680" y="1838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7" name="Oval 153"/>
            <p:cNvSpPr/>
            <p:nvPr/>
          </p:nvSpPr>
          <p:spPr>
            <a:xfrm>
              <a:off x="2052720" y="1943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8" name="Oval 154"/>
            <p:cNvSpPr/>
            <p:nvPr/>
          </p:nvSpPr>
          <p:spPr>
            <a:xfrm>
              <a:off x="2084400" y="176832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69" name="Oval 155"/>
            <p:cNvSpPr/>
            <p:nvPr/>
          </p:nvSpPr>
          <p:spPr>
            <a:xfrm>
              <a:off x="1716120" y="18543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0" name="Oval 156"/>
            <p:cNvSpPr/>
            <p:nvPr/>
          </p:nvSpPr>
          <p:spPr>
            <a:xfrm>
              <a:off x="1390680" y="17827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1" name="Oval 157"/>
            <p:cNvSpPr/>
            <p:nvPr/>
          </p:nvSpPr>
          <p:spPr>
            <a:xfrm>
              <a:off x="1387440" y="19335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2" name="Oval 158"/>
            <p:cNvSpPr/>
            <p:nvPr/>
          </p:nvSpPr>
          <p:spPr>
            <a:xfrm>
              <a:off x="1077840" y="186048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3" name="Oval 159"/>
            <p:cNvSpPr/>
            <p:nvPr/>
          </p:nvSpPr>
          <p:spPr>
            <a:xfrm>
              <a:off x="650880" y="195912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4" name="Oval 160"/>
            <p:cNvSpPr/>
            <p:nvPr/>
          </p:nvSpPr>
          <p:spPr>
            <a:xfrm>
              <a:off x="687240" y="17496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5" name="Oval 161"/>
            <p:cNvSpPr/>
            <p:nvPr/>
          </p:nvSpPr>
          <p:spPr>
            <a:xfrm>
              <a:off x="187200" y="208584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6" name="Oval 162"/>
            <p:cNvSpPr/>
            <p:nvPr/>
          </p:nvSpPr>
          <p:spPr>
            <a:xfrm>
              <a:off x="1360440" y="159228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7" name="Oval 163"/>
            <p:cNvSpPr/>
            <p:nvPr/>
          </p:nvSpPr>
          <p:spPr>
            <a:xfrm>
              <a:off x="2127240" y="161136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8" name="Oval 164"/>
            <p:cNvSpPr/>
            <p:nvPr/>
          </p:nvSpPr>
          <p:spPr>
            <a:xfrm>
              <a:off x="2759040" y="16034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79" name="Oval 165"/>
            <p:cNvSpPr/>
            <p:nvPr/>
          </p:nvSpPr>
          <p:spPr>
            <a:xfrm>
              <a:off x="3357720" y="159228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0" name="Oval 166"/>
            <p:cNvSpPr/>
            <p:nvPr/>
          </p:nvSpPr>
          <p:spPr>
            <a:xfrm>
              <a:off x="3681360" y="14968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1" name="Oval 167"/>
            <p:cNvSpPr/>
            <p:nvPr/>
          </p:nvSpPr>
          <p:spPr>
            <a:xfrm>
              <a:off x="4127400" y="158256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2" name="Oval 168"/>
            <p:cNvSpPr/>
            <p:nvPr/>
          </p:nvSpPr>
          <p:spPr>
            <a:xfrm>
              <a:off x="2644920" y="225756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3" name="Oval 169"/>
            <p:cNvSpPr/>
            <p:nvPr/>
          </p:nvSpPr>
          <p:spPr>
            <a:xfrm>
              <a:off x="4057560" y="24098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4" name="Oval 170"/>
            <p:cNvSpPr/>
            <p:nvPr/>
          </p:nvSpPr>
          <p:spPr>
            <a:xfrm>
              <a:off x="5743440" y="204624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5" name="Oval 171"/>
            <p:cNvSpPr/>
            <p:nvPr/>
          </p:nvSpPr>
          <p:spPr>
            <a:xfrm>
              <a:off x="6016680" y="19270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6" name="Oval 172"/>
            <p:cNvSpPr/>
            <p:nvPr/>
          </p:nvSpPr>
          <p:spPr>
            <a:xfrm>
              <a:off x="3386160" y="144468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7" name="Oval 173"/>
            <p:cNvSpPr/>
            <p:nvPr/>
          </p:nvSpPr>
          <p:spPr>
            <a:xfrm>
              <a:off x="2004840" y="144468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8" name="Oval 174"/>
            <p:cNvSpPr/>
            <p:nvPr/>
          </p:nvSpPr>
          <p:spPr>
            <a:xfrm>
              <a:off x="2333520" y="138276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89" name="Oval 175"/>
            <p:cNvSpPr/>
            <p:nvPr/>
          </p:nvSpPr>
          <p:spPr>
            <a:xfrm>
              <a:off x="2617920" y="131112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0" name="Oval 176"/>
            <p:cNvSpPr/>
            <p:nvPr/>
          </p:nvSpPr>
          <p:spPr>
            <a:xfrm>
              <a:off x="3043080" y="138276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1" name="Oval 177"/>
            <p:cNvSpPr/>
            <p:nvPr/>
          </p:nvSpPr>
          <p:spPr>
            <a:xfrm>
              <a:off x="2728800" y="14684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2" name="Oval 178"/>
            <p:cNvSpPr/>
            <p:nvPr/>
          </p:nvSpPr>
          <p:spPr>
            <a:xfrm>
              <a:off x="3035160" y="152244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3" name="Oval 179"/>
            <p:cNvSpPr/>
            <p:nvPr/>
          </p:nvSpPr>
          <p:spPr>
            <a:xfrm>
              <a:off x="2444760" y="153036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4" name="Oval 180"/>
            <p:cNvSpPr/>
            <p:nvPr/>
          </p:nvSpPr>
          <p:spPr>
            <a:xfrm>
              <a:off x="1706400" y="151596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5" name="Oval 181"/>
            <p:cNvSpPr/>
            <p:nvPr/>
          </p:nvSpPr>
          <p:spPr>
            <a:xfrm>
              <a:off x="3146400" y="639612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6" name="Oval 182"/>
            <p:cNvSpPr/>
            <p:nvPr/>
          </p:nvSpPr>
          <p:spPr>
            <a:xfrm>
              <a:off x="3903840" y="583092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7" name="Oval 183"/>
            <p:cNvSpPr/>
            <p:nvPr/>
          </p:nvSpPr>
          <p:spPr>
            <a:xfrm>
              <a:off x="5138640" y="49579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8" name="Oval 184"/>
            <p:cNvSpPr/>
            <p:nvPr/>
          </p:nvSpPr>
          <p:spPr>
            <a:xfrm>
              <a:off x="5634000" y="457524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99" name="Oval 185"/>
            <p:cNvSpPr/>
            <p:nvPr/>
          </p:nvSpPr>
          <p:spPr>
            <a:xfrm>
              <a:off x="4589640" y="53640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0" name="Oval 186"/>
            <p:cNvSpPr/>
            <p:nvPr/>
          </p:nvSpPr>
          <p:spPr>
            <a:xfrm>
              <a:off x="6140520" y="422100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1" name="Oval 187"/>
            <p:cNvSpPr/>
            <p:nvPr/>
          </p:nvSpPr>
          <p:spPr>
            <a:xfrm>
              <a:off x="649116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2" name="Oval 188"/>
            <p:cNvSpPr/>
            <p:nvPr/>
          </p:nvSpPr>
          <p:spPr>
            <a:xfrm>
              <a:off x="6867360" y="367668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3" name="Oval 189"/>
            <p:cNvSpPr/>
            <p:nvPr/>
          </p:nvSpPr>
          <p:spPr>
            <a:xfrm>
              <a:off x="747864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4" name="Oval 190"/>
            <p:cNvSpPr/>
            <p:nvPr/>
          </p:nvSpPr>
          <p:spPr>
            <a:xfrm>
              <a:off x="7194600" y="3435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5" name="Oval 191"/>
            <p:cNvSpPr/>
            <p:nvPr/>
          </p:nvSpPr>
          <p:spPr>
            <a:xfrm>
              <a:off x="7718400" y="30510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6" name="Oval 192"/>
            <p:cNvSpPr/>
            <p:nvPr/>
          </p:nvSpPr>
          <p:spPr>
            <a:xfrm>
              <a:off x="7950240" y="2871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7" name="Oval 193"/>
            <p:cNvSpPr/>
            <p:nvPr/>
          </p:nvSpPr>
          <p:spPr>
            <a:xfrm>
              <a:off x="8191440" y="27050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8" name="Oval 194"/>
            <p:cNvSpPr/>
            <p:nvPr/>
          </p:nvSpPr>
          <p:spPr>
            <a:xfrm>
              <a:off x="8375760" y="256536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09" name="Oval 195"/>
            <p:cNvSpPr/>
            <p:nvPr/>
          </p:nvSpPr>
          <p:spPr>
            <a:xfrm>
              <a:off x="8567640" y="241776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0" name="Oval 196"/>
            <p:cNvSpPr/>
            <p:nvPr/>
          </p:nvSpPr>
          <p:spPr>
            <a:xfrm>
              <a:off x="5165640" y="646596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1" name="Oval 197"/>
            <p:cNvSpPr/>
            <p:nvPr/>
          </p:nvSpPr>
          <p:spPr>
            <a:xfrm>
              <a:off x="5794200" y="58658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2" name="Oval 198"/>
            <p:cNvSpPr/>
            <p:nvPr/>
          </p:nvSpPr>
          <p:spPr>
            <a:xfrm>
              <a:off x="7575480" y="588492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64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3" name="Oval 199"/>
            <p:cNvSpPr/>
            <p:nvPr/>
          </p:nvSpPr>
          <p:spPr>
            <a:xfrm>
              <a:off x="7128000" y="643104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64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4" name="Oval 200"/>
            <p:cNvSpPr/>
            <p:nvPr/>
          </p:nvSpPr>
          <p:spPr>
            <a:xfrm>
              <a:off x="6330960" y="539424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5" name="Oval 201"/>
            <p:cNvSpPr/>
            <p:nvPr/>
          </p:nvSpPr>
          <p:spPr>
            <a:xfrm>
              <a:off x="6765840" y="498960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6" name="Oval 202"/>
            <p:cNvSpPr/>
            <p:nvPr/>
          </p:nvSpPr>
          <p:spPr>
            <a:xfrm>
              <a:off x="8005680" y="54291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64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7" name="Oval 203"/>
            <p:cNvSpPr/>
            <p:nvPr/>
          </p:nvSpPr>
          <p:spPr>
            <a:xfrm>
              <a:off x="7226280" y="45640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8" name="Oval 204"/>
            <p:cNvSpPr/>
            <p:nvPr/>
          </p:nvSpPr>
          <p:spPr>
            <a:xfrm>
              <a:off x="8400960" y="49500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19" name="Oval 205"/>
            <p:cNvSpPr/>
            <p:nvPr/>
          </p:nvSpPr>
          <p:spPr>
            <a:xfrm>
              <a:off x="8724960" y="45734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64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0" name="Oval 206"/>
            <p:cNvSpPr/>
            <p:nvPr/>
          </p:nvSpPr>
          <p:spPr>
            <a:xfrm>
              <a:off x="7574040" y="424656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1" name="Oval 207"/>
            <p:cNvSpPr/>
            <p:nvPr/>
          </p:nvSpPr>
          <p:spPr>
            <a:xfrm>
              <a:off x="7881840" y="39528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2" name="Oval 208"/>
            <p:cNvSpPr/>
            <p:nvPr/>
          </p:nvSpPr>
          <p:spPr>
            <a:xfrm>
              <a:off x="8640720" y="326088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3" name="Oval 209"/>
            <p:cNvSpPr/>
            <p:nvPr/>
          </p:nvSpPr>
          <p:spPr>
            <a:xfrm>
              <a:off x="8191440" y="367668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4" name="Oval 210"/>
            <p:cNvSpPr/>
            <p:nvPr/>
          </p:nvSpPr>
          <p:spPr>
            <a:xfrm>
              <a:off x="844056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5" name="Oval 211"/>
            <p:cNvSpPr/>
            <p:nvPr/>
          </p:nvSpPr>
          <p:spPr>
            <a:xfrm>
              <a:off x="8858160" y="3071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6" name="Oval 212"/>
            <p:cNvSpPr/>
            <p:nvPr/>
          </p:nvSpPr>
          <p:spPr>
            <a:xfrm>
              <a:off x="9029880" y="2878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7" name="Oval 213"/>
            <p:cNvSpPr/>
            <p:nvPr/>
          </p:nvSpPr>
          <p:spPr>
            <a:xfrm>
              <a:off x="8988480" y="42577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8" name="Oval 214"/>
            <p:cNvSpPr/>
            <p:nvPr/>
          </p:nvSpPr>
          <p:spPr>
            <a:xfrm>
              <a:off x="-104760" y="455148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29" name="Oval 215"/>
            <p:cNvSpPr/>
            <p:nvPr/>
          </p:nvSpPr>
          <p:spPr>
            <a:xfrm>
              <a:off x="1440" y="393552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30" name="Oval 216"/>
            <p:cNvSpPr/>
            <p:nvPr/>
          </p:nvSpPr>
          <p:spPr>
            <a:xfrm>
              <a:off x="-15840" y="22827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31" name="Oval 217"/>
            <p:cNvSpPr/>
            <p:nvPr/>
          </p:nvSpPr>
          <p:spPr>
            <a:xfrm>
              <a:off x="8926560" y="636912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64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85800" y="1844640"/>
            <a:ext cx="7772040" cy="17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 anchorCtr="1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5400" spc="-1" strike="noStrike">
                <a:solidFill>
                  <a:schemeClr val="dk2"/>
                </a:solidFill>
                <a:latin typeface="Arial"/>
              </a:rPr>
              <a:t>Fare clic per modificare lo stile del titolo</a:t>
            </a:r>
            <a:endParaRPr b="0" lang="it-IT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dt" idx="1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sldNum" idx="3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B31AA9-FCAB-4872-88CD-12E5D8E96A91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Fai clic per modificare il formato del testo della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Secondo livello struttura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Terzo livello struttura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440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1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2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3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4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5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6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7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8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9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0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1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2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3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4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5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6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7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8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59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0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1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2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3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4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5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6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7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8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69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0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1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2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3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4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5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6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7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8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9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0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1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2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3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4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5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6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7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8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9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0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1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2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3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4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5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6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7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8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99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0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1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2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3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4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5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6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7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8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09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0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1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2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3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4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5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6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7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8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19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0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1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2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3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4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5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6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7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8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29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0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1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2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3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4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5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6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7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8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39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0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1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2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3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4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5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6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7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8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49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0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1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2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3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4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5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6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7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8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59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0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1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2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3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4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5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6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7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8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69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0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1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2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3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4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5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6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7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8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79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0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1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2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3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4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5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6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7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8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89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0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1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2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3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4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5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6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7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8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599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0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1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2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3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4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5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6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7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8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9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0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1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2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3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4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5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6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7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8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9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0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1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2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3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4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5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6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7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8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9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0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1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2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3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4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5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6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7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8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9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0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1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2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3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4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5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6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7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8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9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0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1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2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3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4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3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4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8A2433-DAF6-408C-ADF4-A626726DDDCB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PlaceHolder 4"/>
          <p:cNvSpPr>
            <a:spLocks noGrp="1"/>
          </p:cNvSpPr>
          <p:nvPr>
            <p:ph type="dt" idx="5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PlaceHolder 5"/>
          <p:cNvSpPr>
            <a:spLocks noGrp="1"/>
          </p:cNvSpPr>
          <p:nvPr>
            <p:ph type="ftr" idx="6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661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2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3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4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5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6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7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8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9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0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1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2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3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4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5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6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7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8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9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0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1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2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3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4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5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6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7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8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89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0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1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2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3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4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5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6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7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8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99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0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1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2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3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4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5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6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7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8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9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0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1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2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3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4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5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6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7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8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9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0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1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2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3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4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5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6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7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8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9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0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1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2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3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4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5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6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7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8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9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0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1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2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3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4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5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6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7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8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9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0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1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2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3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4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5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6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7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8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59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0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1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2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3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4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5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6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7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8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69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0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1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2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3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4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5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6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7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8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79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0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1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2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3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4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5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6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7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8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9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0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1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2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3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4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5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6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7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8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99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0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1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2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3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4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5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6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7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8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09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0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1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2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3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4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5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6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7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8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19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0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1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2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3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4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5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6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7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8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9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0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1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2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3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4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5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6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7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8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9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0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1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2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3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4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5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6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7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8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49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0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1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2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3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4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5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6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7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8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59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0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1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2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3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4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5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6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7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8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69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0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1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2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3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4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5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7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BE915C-CEB9-4FE8-A1E0-5D8F912A8E07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9" name="PlaceHolder 4"/>
          <p:cNvSpPr>
            <a:spLocks noGrp="1"/>
          </p:cNvSpPr>
          <p:nvPr>
            <p:ph type="dt" idx="8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0" name="PlaceHolder 5"/>
          <p:cNvSpPr>
            <a:spLocks noGrp="1"/>
          </p:cNvSpPr>
          <p:nvPr>
            <p:ph type="ftr" idx="9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882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3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4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5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6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7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8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9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0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1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2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3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4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5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6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7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8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9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0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1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2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3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4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5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6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7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8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9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0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1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2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3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4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5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6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7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8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19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0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1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2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3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4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5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6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7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8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29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0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1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2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3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4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5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6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7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8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9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0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1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2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3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4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5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6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7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8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9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0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1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2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3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4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5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6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7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8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59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0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1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2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3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4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5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6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7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8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69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0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1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2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3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4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5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6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7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8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79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0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1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2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3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4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5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6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7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8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89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0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1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2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3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4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5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6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7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8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99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0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1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2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3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4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5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6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7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8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09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0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1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2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3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4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5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6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7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8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19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0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1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2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3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4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5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6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7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8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9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0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1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2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3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4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5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6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7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8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9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0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1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2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3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4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5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6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7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8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9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0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1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2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3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4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5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6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7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8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9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0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1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2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3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4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5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6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7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8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69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0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1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2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3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4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5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6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7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8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79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0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1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2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3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4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5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6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7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8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89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0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1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2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3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4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5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96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3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10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EB0A90-81E3-4C78-8DE3-2D2212301873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PlaceHolder 4"/>
          <p:cNvSpPr>
            <a:spLocks noGrp="1"/>
          </p:cNvSpPr>
          <p:nvPr>
            <p:ph type="dt" idx="11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PlaceHolder 5"/>
          <p:cNvSpPr>
            <a:spLocks noGrp="1"/>
          </p:cNvSpPr>
          <p:nvPr>
            <p:ph type="ftr" idx="12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4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105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06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07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08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09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0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1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2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3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4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5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6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7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8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19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0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1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2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3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4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5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6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7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8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29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0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1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2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3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4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5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6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7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8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39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0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1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2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3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4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5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6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7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8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49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0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1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2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3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4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5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6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7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8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59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0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1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2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3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4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5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6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7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8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69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0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1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2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3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4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5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6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7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8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79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0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1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2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3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4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5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6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7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8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89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0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1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2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3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4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5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6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7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8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199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0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1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2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3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4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5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6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7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8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09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0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1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2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3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4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5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6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7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8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19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0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1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2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3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4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5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6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7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8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29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0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1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2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3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4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5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6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7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8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39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0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1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2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3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4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5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6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7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8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49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0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1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2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3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4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5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6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7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8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59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0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1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2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3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4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5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6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7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8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69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0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1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2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3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4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5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6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7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8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79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0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1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2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3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4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5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6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7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8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89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0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1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2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3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4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5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6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7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8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299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0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1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2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3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4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5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6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7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8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09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0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1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2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3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4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5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6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7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8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19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60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2" name="PlaceHolder 3"/>
          <p:cNvSpPr>
            <a:spLocks noGrp="1"/>
          </p:cNvSpPr>
          <p:nvPr>
            <p:ph type="sldNum" idx="13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AAFC77-8AAC-4B55-A4DE-EC1CBE0D41F5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3" name="PlaceHolder 4"/>
          <p:cNvSpPr>
            <a:spLocks noGrp="1"/>
          </p:cNvSpPr>
          <p:nvPr>
            <p:ph type="dt" idx="14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4" name="PlaceHolder 5"/>
          <p:cNvSpPr>
            <a:spLocks noGrp="1"/>
          </p:cNvSpPr>
          <p:nvPr>
            <p:ph type="ftr" idx="15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326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27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28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29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0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1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2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3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4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5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6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7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8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39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0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1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2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3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4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5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6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7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8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49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0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1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2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3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4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5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6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7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8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59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0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1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2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3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4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5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6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7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8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69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0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1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2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3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4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5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6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7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8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79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0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1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2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3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4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5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6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7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8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89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0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1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2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3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4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5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6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7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8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399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0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1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2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3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4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5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6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7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8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09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0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1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2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3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4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5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6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7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8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19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0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1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2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3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4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5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6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7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8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29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0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1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2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3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4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5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6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7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8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39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0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1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2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3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4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5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6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7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8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9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0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1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2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3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4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5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6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7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8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9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0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1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2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3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4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5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6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7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8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9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0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1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2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3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4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5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6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7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8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79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0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1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2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3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4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5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6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7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8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89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0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1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2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3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4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5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6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7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8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99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0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1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2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3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4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5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6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7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8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09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0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1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2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3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4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5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6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7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8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19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0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1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2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3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4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5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6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7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8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29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0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1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2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3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4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5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6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7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8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39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40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5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3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3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5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6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7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4" name="PlaceHolder 4"/>
          <p:cNvSpPr>
            <a:spLocks noGrp="1"/>
          </p:cNvSpPr>
          <p:nvPr>
            <p:ph type="sldNum" idx="16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130233-390D-41BD-A829-90A044767A99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5" name="PlaceHolder 5"/>
          <p:cNvSpPr>
            <a:spLocks noGrp="1"/>
          </p:cNvSpPr>
          <p:nvPr>
            <p:ph type="dt" idx="17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6" name="PlaceHolder 6"/>
          <p:cNvSpPr>
            <a:spLocks noGrp="1"/>
          </p:cNvSpPr>
          <p:nvPr>
            <p:ph type="ftr" idx="18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0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551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2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3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4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5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6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7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8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59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0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1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2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3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4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5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6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7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8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69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0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1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2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3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4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5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6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7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8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79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0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1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2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3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4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5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6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7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8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89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0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1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2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3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4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5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6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7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8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599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0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1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2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3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4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5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6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7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8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09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0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1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2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3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4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5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6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7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8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19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0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1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2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3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4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5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6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7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8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29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0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1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2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3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4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5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6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7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8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39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0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1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2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3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4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5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6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7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8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49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0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1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2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3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4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5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6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7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8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59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0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1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2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3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4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5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6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7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8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69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0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1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2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3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4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5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6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7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8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79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0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1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2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3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4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5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6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7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8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89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0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1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2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3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4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5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6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7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8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699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0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1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2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3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4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5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6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7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8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09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0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1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2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3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4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5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6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7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8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19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0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1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2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3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4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5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6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7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8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29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0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1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2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3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4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5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6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7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8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39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0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1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2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3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4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5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6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7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8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49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0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1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2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3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4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5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6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7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8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59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0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1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2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3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4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65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766" name="PlaceHolder 1"/>
          <p:cNvSpPr>
            <a:spLocks noGrp="1"/>
          </p:cNvSpPr>
          <p:nvPr>
            <p:ph type="title"/>
          </p:nvPr>
        </p:nvSpPr>
        <p:spPr>
          <a:xfrm>
            <a:off x="6303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7" name="PlaceHolder 2"/>
          <p:cNvSpPr>
            <a:spLocks noGrp="1"/>
          </p:cNvSpPr>
          <p:nvPr>
            <p:ph type="body"/>
          </p:nvPr>
        </p:nvSpPr>
        <p:spPr>
          <a:xfrm>
            <a:off x="630360" y="1681200"/>
            <a:ext cx="3868200" cy="82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it-IT" sz="24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8" name="PlaceHolder 3"/>
          <p:cNvSpPr>
            <a:spLocks noGrp="1"/>
          </p:cNvSpPr>
          <p:nvPr>
            <p:ph type="body"/>
          </p:nvPr>
        </p:nvSpPr>
        <p:spPr>
          <a:xfrm>
            <a:off x="630360" y="2505240"/>
            <a:ext cx="3868200" cy="368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9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7280" cy="823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it-IT" sz="24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0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7280" cy="368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5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6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7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1" name="PlaceHolder 6"/>
          <p:cNvSpPr>
            <a:spLocks noGrp="1"/>
          </p:cNvSpPr>
          <p:nvPr>
            <p:ph type="sldNum" idx="19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2D8FE1-FDFC-4130-91F6-25B802DE4FDB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2" name="PlaceHolder 7"/>
          <p:cNvSpPr>
            <a:spLocks noGrp="1"/>
          </p:cNvSpPr>
          <p:nvPr>
            <p:ph type="dt" idx="20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3" name="PlaceHolder 8"/>
          <p:cNvSpPr>
            <a:spLocks noGrp="1"/>
          </p:cNvSpPr>
          <p:nvPr>
            <p:ph type="ftr" idx="21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8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4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775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6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7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8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79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0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1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2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3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4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5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6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7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8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89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0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1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2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3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4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5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6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7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8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799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0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1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2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3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4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5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6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7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8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09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0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1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2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3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4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5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6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7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8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19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0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1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2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3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4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5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6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7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8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29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0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1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2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3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4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5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6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7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8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39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0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1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2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3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4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5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6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7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8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49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0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1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2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3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4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5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6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7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8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59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0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1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2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3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4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5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6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7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8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69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0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1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2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3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4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5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6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7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8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79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0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1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2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3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4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5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6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7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8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89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0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1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2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3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4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5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6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7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8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899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0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1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2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3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4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5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6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7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8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09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0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1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2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3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4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5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6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7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8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19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0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1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2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3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4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5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6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7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8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29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0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1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2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3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4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5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6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7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8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39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0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1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2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3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4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5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6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7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8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49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0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1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2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3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4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5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6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7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8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59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0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1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2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3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4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5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6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7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8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69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0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1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2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3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4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5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6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7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8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79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0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1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2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3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4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5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6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7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8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89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9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91" name="PlaceHolder 2"/>
          <p:cNvSpPr>
            <a:spLocks noGrp="1"/>
          </p:cNvSpPr>
          <p:nvPr>
            <p:ph type="sldNum" idx="22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246EB1-A7E9-408F-BF47-920653D662CB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2" name="PlaceHolder 3"/>
          <p:cNvSpPr>
            <a:spLocks noGrp="1"/>
          </p:cNvSpPr>
          <p:nvPr>
            <p:ph type="dt" idx="23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3" name="PlaceHolder 4"/>
          <p:cNvSpPr>
            <a:spLocks noGrp="1"/>
          </p:cNvSpPr>
          <p:nvPr>
            <p:ph type="ftr" idx="24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5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1996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97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98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999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0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1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2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3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4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5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6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7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8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09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0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1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2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3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4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5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6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7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8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19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0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1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2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3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4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5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6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7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8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29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0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1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2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3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4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5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6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7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8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39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0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1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2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3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4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5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6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7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8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49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0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1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2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3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4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5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6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7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8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59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0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1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2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3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4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5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6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7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8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69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0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1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2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3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4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5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6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7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8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79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0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1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2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3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4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5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6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7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8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89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0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1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2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3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4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5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6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7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8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099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0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1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2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3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4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5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6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7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8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09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0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1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2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3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4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5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6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7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8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19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0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1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2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3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4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5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6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7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8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29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0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1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2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3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4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5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6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7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8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39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0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1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2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3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4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5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6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7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8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49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0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1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2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3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4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5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6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7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8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59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0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1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2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3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4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5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6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7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8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69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0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1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2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3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4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5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6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7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8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79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0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1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2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3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4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5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6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7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8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89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0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1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2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3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4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5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6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7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8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199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0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1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2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3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4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5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6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7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8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09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0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211" name="PlaceHolder 1"/>
          <p:cNvSpPr>
            <a:spLocks noGrp="1"/>
          </p:cNvSpPr>
          <p:nvPr>
            <p:ph type="sldNum" idx="25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9DF13C-8355-446A-81E1-33330DD63415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2" name="PlaceHolder 2"/>
          <p:cNvSpPr>
            <a:spLocks noGrp="1"/>
          </p:cNvSpPr>
          <p:nvPr>
            <p:ph type="dt" idx="26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3" name="PlaceHolder 3"/>
          <p:cNvSpPr>
            <a:spLocks noGrp="1"/>
          </p:cNvSpPr>
          <p:nvPr>
            <p:ph type="ftr" idx="27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4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2215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6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7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8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19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0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1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2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3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4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5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6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7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8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29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0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1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2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3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4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5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6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7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8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39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0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1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2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3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4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5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6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7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8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49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0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1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2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3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4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5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6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7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8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59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0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1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2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3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4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5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6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7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8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69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0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1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2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3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4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5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6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7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8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79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0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1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2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3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4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5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6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7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8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89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0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1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2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3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4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5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6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7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8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299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0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1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2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3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4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5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6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7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8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09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0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1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2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3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4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5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6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7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8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19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0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1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2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3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4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5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6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7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8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29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0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1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2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3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4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5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6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7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8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39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0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1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2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3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4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5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6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7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8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49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0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1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2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3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4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5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6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7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8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59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0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1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2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3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4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5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6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7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8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69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0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1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2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3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4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5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6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7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8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79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0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1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2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3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4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5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6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7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8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89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0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1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2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3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4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5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6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7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8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399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0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1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2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3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4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5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6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7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8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09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0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1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2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3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4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5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6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7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8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19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0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1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2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3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4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5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6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7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8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29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430" name="PlaceHolder 1"/>
          <p:cNvSpPr>
            <a:spLocks noGrp="1"/>
          </p:cNvSpPr>
          <p:nvPr>
            <p:ph type="title"/>
          </p:nvPr>
        </p:nvSpPr>
        <p:spPr>
          <a:xfrm>
            <a:off x="630360" y="457200"/>
            <a:ext cx="2949120" cy="1599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32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1" name="PlaceHolder 2"/>
          <p:cNvSpPr>
            <a:spLocks noGrp="1"/>
          </p:cNvSpPr>
          <p:nvPr>
            <p:ph type="body"/>
          </p:nvPr>
        </p:nvSpPr>
        <p:spPr>
          <a:xfrm>
            <a:off x="388764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800" spc="-1" strike="noStrike">
                <a:solidFill>
                  <a:schemeClr val="dk1"/>
                </a:solidFill>
                <a:latin typeface="Arial"/>
              </a:rPr>
              <a:t>Secondo livello</a:t>
            </a:r>
            <a:endParaRPr b="0" lang="it-IT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SzPct val="100017"/>
              <a:buBlip>
                <a:blip r:embed="rId3"/>
              </a:buBlip>
            </a:pPr>
            <a:r>
              <a:rPr b="0" lang="it-IT" sz="2400" spc="-1" strike="noStrike">
                <a:solidFill>
                  <a:schemeClr val="dk1"/>
                </a:solidFill>
                <a:latin typeface="Arial"/>
              </a:rPr>
              <a:t>Terzo livello</a:t>
            </a:r>
            <a:endParaRPr b="0" lang="it-IT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SzPct val="50000"/>
              <a:buFont typeface="Wingdings" charset="2"/>
              <a:buChar char=""/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Quarto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</a:pPr>
            <a:r>
              <a:rPr b="0" lang="it-IT" sz="2000" spc="-1" strike="noStrike">
                <a:solidFill>
                  <a:schemeClr val="dk1"/>
                </a:solidFill>
                <a:latin typeface="Arial"/>
              </a:rPr>
              <a:t>Quinto livello</a:t>
            </a:r>
            <a:endParaRPr b="0" lang="it-IT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2" name="PlaceHolder 3"/>
          <p:cNvSpPr>
            <a:spLocks noGrp="1"/>
          </p:cNvSpPr>
          <p:nvPr>
            <p:ph type="body"/>
          </p:nvPr>
        </p:nvSpPr>
        <p:spPr>
          <a:xfrm>
            <a:off x="630360" y="2057400"/>
            <a:ext cx="2949120" cy="381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it-IT" sz="16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3" name="PlaceHolder 4"/>
          <p:cNvSpPr>
            <a:spLocks noGrp="1"/>
          </p:cNvSpPr>
          <p:nvPr>
            <p:ph type="sldNum" idx="28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53707-90A5-4999-A270-2FF0E6DC7FC4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4" name="PlaceHolder 5"/>
          <p:cNvSpPr>
            <a:spLocks noGrp="1"/>
          </p:cNvSpPr>
          <p:nvPr>
            <p:ph type="dt" idx="29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5" name="PlaceHolder 6"/>
          <p:cNvSpPr>
            <a:spLocks noGrp="1"/>
          </p:cNvSpPr>
          <p:nvPr>
            <p:ph type="ftr" idx="30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ff"/>
            </a:gs>
            <a:gs pos="100000">
              <a:srgbClr val="00007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6" name="Group 2"/>
          <p:cNvGrpSpPr/>
          <p:nvPr/>
        </p:nvGrpSpPr>
        <p:grpSpPr>
          <a:xfrm>
            <a:off x="-103320" y="1308240"/>
            <a:ext cx="9349920" cy="5633280"/>
            <a:chOff x="-103320" y="1308240"/>
            <a:chExt cx="9349920" cy="5633280"/>
          </a:xfrm>
        </p:grpSpPr>
        <p:sp>
          <p:nvSpPr>
            <p:cNvPr id="2437" name="Rectangle 3"/>
            <p:cNvSpPr/>
            <p:nvPr/>
          </p:nvSpPr>
          <p:spPr>
            <a:xfrm flipV="1" rot="20798400">
              <a:off x="-21960" y="1639080"/>
              <a:ext cx="27684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38" name="Rectangle 4"/>
            <p:cNvSpPr/>
            <p:nvPr/>
          </p:nvSpPr>
          <p:spPr>
            <a:xfrm flipV="1" rot="20774400">
              <a:off x="-37800" y="1788840"/>
              <a:ext cx="322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39" name="Rectangle 5"/>
            <p:cNvSpPr/>
            <p:nvPr/>
          </p:nvSpPr>
          <p:spPr>
            <a:xfrm flipV="1" rot="20757600">
              <a:off x="-42840" y="1900800"/>
              <a:ext cx="3565080" cy="936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0" name="Rectangle 6"/>
            <p:cNvSpPr/>
            <p:nvPr/>
          </p:nvSpPr>
          <p:spPr>
            <a:xfrm flipV="1" rot="20684400">
              <a:off x="-68040" y="2035800"/>
              <a:ext cx="393012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1" name="Rectangle 7"/>
            <p:cNvSpPr/>
            <p:nvPr/>
          </p:nvSpPr>
          <p:spPr>
            <a:xfrm flipV="1" rot="20631000">
              <a:off x="-80640" y="2216880"/>
              <a:ext cx="43970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2" name="Rectangle 8"/>
            <p:cNvSpPr/>
            <p:nvPr/>
          </p:nvSpPr>
          <p:spPr>
            <a:xfrm flipV="1" rot="20554200">
              <a:off x="-102960" y="2416680"/>
              <a:ext cx="485424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3" name="Rectangle 9"/>
            <p:cNvSpPr/>
            <p:nvPr/>
          </p:nvSpPr>
          <p:spPr>
            <a:xfrm flipV="1" rot="20466600">
              <a:off x="-147600" y="2689200"/>
              <a:ext cx="5401800" cy="9000"/>
            </a:xfrm>
            <a:prstGeom prst="rect">
              <a:avLst/>
            </a:prstGeom>
            <a:gradFill rotWithShape="0">
              <a:gsLst>
                <a:gs pos="0">
                  <a:srgbClr val="0000e7"/>
                </a:gs>
                <a:gs pos="100000">
                  <a:srgbClr val="0000ff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4" name="Rectangle 10"/>
            <p:cNvSpPr/>
            <p:nvPr/>
          </p:nvSpPr>
          <p:spPr>
            <a:xfrm flipV="1" rot="20343000">
              <a:off x="-156960" y="2957400"/>
              <a:ext cx="5951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5" name="Rectangle 11"/>
            <p:cNvSpPr/>
            <p:nvPr/>
          </p:nvSpPr>
          <p:spPr>
            <a:xfrm flipV="1" rot="20211000">
              <a:off x="-261720" y="3259080"/>
              <a:ext cx="66819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6" name="Rectangle 12"/>
            <p:cNvSpPr/>
            <p:nvPr/>
          </p:nvSpPr>
          <p:spPr>
            <a:xfrm flipV="1" rot="20103000">
              <a:off x="-339480" y="3632760"/>
              <a:ext cx="7321320" cy="864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7" name="Rectangle 13"/>
            <p:cNvSpPr/>
            <p:nvPr/>
          </p:nvSpPr>
          <p:spPr>
            <a:xfrm flipV="1" rot="19923600">
              <a:off x="-496440" y="4154040"/>
              <a:ext cx="82548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8" name="Rectangle 14"/>
            <p:cNvSpPr/>
            <p:nvPr/>
          </p:nvSpPr>
          <p:spPr>
            <a:xfrm flipV="1" rot="19686000">
              <a:off x="14040" y="4572720"/>
              <a:ext cx="857376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49" name="Rectangle 15"/>
            <p:cNvSpPr/>
            <p:nvPr/>
          </p:nvSpPr>
          <p:spPr>
            <a:xfrm flipV="1" rot="19383600">
              <a:off x="2094120" y="4647960"/>
              <a:ext cx="73213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4c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0" name="Rectangle 16"/>
            <p:cNvSpPr/>
            <p:nvPr/>
          </p:nvSpPr>
          <p:spPr>
            <a:xfrm flipV="1" rot="18994200">
              <a:off x="4255920" y="4874760"/>
              <a:ext cx="56764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8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1" name="Rectangle 17"/>
            <p:cNvSpPr/>
            <p:nvPr/>
          </p:nvSpPr>
          <p:spPr>
            <a:xfrm flipV="1" rot="18603000">
              <a:off x="6433920" y="5559840"/>
              <a:ext cx="330012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280" rIns="-3528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2" name="Rectangle 18"/>
            <p:cNvSpPr/>
            <p:nvPr/>
          </p:nvSpPr>
          <p:spPr>
            <a:xfrm flipH="1" flipV="1" rot="18391800">
              <a:off x="8521560" y="6614280"/>
              <a:ext cx="7948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-35640" rIns="-35640" tIns="90000" bIns="90000" anchor="t" vert="eaVer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3" name="Rectangle 19"/>
            <p:cNvSpPr/>
            <p:nvPr/>
          </p:nvSpPr>
          <p:spPr>
            <a:xfrm rot="1058400">
              <a:off x="-231480" y="3745800"/>
              <a:ext cx="9597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4" name="Rectangle 20"/>
            <p:cNvSpPr/>
            <p:nvPr/>
          </p:nvSpPr>
          <p:spPr>
            <a:xfrm rot="1563600">
              <a:off x="-313920" y="5390640"/>
              <a:ext cx="6575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5" name="Rectangle 21"/>
            <p:cNvSpPr/>
            <p:nvPr/>
          </p:nvSpPr>
          <p:spPr>
            <a:xfrm rot="1732800">
              <a:off x="-261360" y="5752800"/>
              <a:ext cx="44510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6" name="Rectangle 22"/>
            <p:cNvSpPr/>
            <p:nvPr/>
          </p:nvSpPr>
          <p:spPr>
            <a:xfrm rot="1969200">
              <a:off x="-174240" y="6225840"/>
              <a:ext cx="2222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7" name="Rectangle 23"/>
            <p:cNvSpPr/>
            <p:nvPr/>
          </p:nvSpPr>
          <p:spPr>
            <a:xfrm rot="1386000">
              <a:off x="-342720" y="5112720"/>
              <a:ext cx="86943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7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8" name="Rectangle 24"/>
            <p:cNvSpPr/>
            <p:nvPr/>
          </p:nvSpPr>
          <p:spPr>
            <a:xfrm rot="984000">
              <a:off x="-182520" y="3379680"/>
              <a:ext cx="95500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59" name="Rectangle 25"/>
            <p:cNvSpPr/>
            <p:nvPr/>
          </p:nvSpPr>
          <p:spPr>
            <a:xfrm flipV="1" rot="930000">
              <a:off x="126720" y="3088800"/>
              <a:ext cx="91371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0" name="Rectangle 26"/>
            <p:cNvSpPr/>
            <p:nvPr/>
          </p:nvSpPr>
          <p:spPr>
            <a:xfrm rot="868200">
              <a:off x="593280" y="2860560"/>
              <a:ext cx="8691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1" name="Rectangle 27"/>
            <p:cNvSpPr/>
            <p:nvPr/>
          </p:nvSpPr>
          <p:spPr>
            <a:xfrm rot="775800">
              <a:off x="1346040" y="2511360"/>
              <a:ext cx="7899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2" name="Rectangle 28"/>
            <p:cNvSpPr/>
            <p:nvPr/>
          </p:nvSpPr>
          <p:spPr>
            <a:xfrm rot="735600">
              <a:off x="1671480" y="2343240"/>
              <a:ext cx="755460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3" name="Rectangle 29"/>
            <p:cNvSpPr/>
            <p:nvPr/>
          </p:nvSpPr>
          <p:spPr>
            <a:xfrm rot="692400">
              <a:off x="1974960" y="2185560"/>
              <a:ext cx="723384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4" name="Rectangle 30"/>
            <p:cNvSpPr/>
            <p:nvPr/>
          </p:nvSpPr>
          <p:spPr>
            <a:xfrm flipV="1" rot="655800">
              <a:off x="2360160" y="2071440"/>
              <a:ext cx="684828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5" name="Rectangle 31"/>
            <p:cNvSpPr/>
            <p:nvPr/>
          </p:nvSpPr>
          <p:spPr>
            <a:xfrm flipV="1" rot="637200">
              <a:off x="2619000" y="1932840"/>
              <a:ext cx="65941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6" name="Rectangle 32"/>
            <p:cNvSpPr/>
            <p:nvPr/>
          </p:nvSpPr>
          <p:spPr>
            <a:xfrm flipV="1" rot="804000">
              <a:off x="969840" y="2673000"/>
              <a:ext cx="826092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7" name="Rectangle 33"/>
            <p:cNvSpPr/>
            <p:nvPr/>
          </p:nvSpPr>
          <p:spPr>
            <a:xfrm flipV="1" rot="1273200">
              <a:off x="-323640" y="4723560"/>
              <a:ext cx="9762840" cy="936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b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8" name="Rectangle 34"/>
            <p:cNvSpPr/>
            <p:nvPr/>
          </p:nvSpPr>
          <p:spPr>
            <a:xfrm flipV="1" rot="1170000">
              <a:off x="-276120" y="4226760"/>
              <a:ext cx="9689760" cy="9000"/>
            </a:xfrm>
            <a:prstGeom prst="rect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83"/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 rot="10800000">
              <a:noAutofit/>
            </a:bodyPr>
            <a:p>
              <a:pPr algn="ctr">
                <a:lnSpc>
                  <a:spcPct val="100000"/>
                </a:lnSpc>
              </a:pPr>
              <a:endParaRPr b="0" lang="it-IT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69" name="Oval 35"/>
            <p:cNvSpPr/>
            <p:nvPr/>
          </p:nvSpPr>
          <p:spPr>
            <a:xfrm>
              <a:off x="1174680" y="533232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0" name="Oval 36"/>
            <p:cNvSpPr/>
            <p:nvPr/>
          </p:nvSpPr>
          <p:spPr>
            <a:xfrm>
              <a:off x="374760" y="487980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1" name="Oval 37"/>
            <p:cNvSpPr/>
            <p:nvPr/>
          </p:nvSpPr>
          <p:spPr>
            <a:xfrm>
              <a:off x="252360" y="579744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2" name="Oval 38"/>
            <p:cNvSpPr/>
            <p:nvPr/>
          </p:nvSpPr>
          <p:spPr>
            <a:xfrm>
              <a:off x="3297240" y="422424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3" name="Oval 39"/>
            <p:cNvSpPr/>
            <p:nvPr/>
          </p:nvSpPr>
          <p:spPr>
            <a:xfrm>
              <a:off x="1941480" y="488304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4" name="Oval 40"/>
            <p:cNvSpPr/>
            <p:nvPr/>
          </p:nvSpPr>
          <p:spPr>
            <a:xfrm>
              <a:off x="2676600" y="4535640"/>
              <a:ext cx="24732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5" name="Oval 41"/>
            <p:cNvSpPr/>
            <p:nvPr/>
          </p:nvSpPr>
          <p:spPr>
            <a:xfrm>
              <a:off x="1190520" y="4506840"/>
              <a:ext cx="2394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6" name="Oval 42"/>
            <p:cNvSpPr/>
            <p:nvPr/>
          </p:nvSpPr>
          <p:spPr>
            <a:xfrm>
              <a:off x="582480" y="4216320"/>
              <a:ext cx="237600" cy="132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7" name="Oval 43"/>
            <p:cNvSpPr/>
            <p:nvPr/>
          </p:nvSpPr>
          <p:spPr>
            <a:xfrm>
              <a:off x="1860480" y="419400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8" name="Oval 44"/>
            <p:cNvSpPr/>
            <p:nvPr/>
          </p:nvSpPr>
          <p:spPr>
            <a:xfrm>
              <a:off x="3811680" y="39448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79" name="Oval 45"/>
            <p:cNvSpPr/>
            <p:nvPr/>
          </p:nvSpPr>
          <p:spPr>
            <a:xfrm>
              <a:off x="3032280" y="36734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0" name="Oval 46"/>
            <p:cNvSpPr/>
            <p:nvPr/>
          </p:nvSpPr>
          <p:spPr>
            <a:xfrm>
              <a:off x="3578400" y="34196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1" name="Oval 47"/>
            <p:cNvSpPr/>
            <p:nvPr/>
          </p:nvSpPr>
          <p:spPr>
            <a:xfrm>
              <a:off x="4352760" y="365904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2" name="Oval 48"/>
            <p:cNvSpPr/>
            <p:nvPr/>
          </p:nvSpPr>
          <p:spPr>
            <a:xfrm>
              <a:off x="4464000" y="301320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3" name="Oval 49"/>
            <p:cNvSpPr/>
            <p:nvPr/>
          </p:nvSpPr>
          <p:spPr>
            <a:xfrm>
              <a:off x="5907240" y="28447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4" name="Oval 50"/>
            <p:cNvSpPr/>
            <p:nvPr/>
          </p:nvSpPr>
          <p:spPr>
            <a:xfrm>
              <a:off x="5600880" y="3009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5" name="Oval 51"/>
            <p:cNvSpPr/>
            <p:nvPr/>
          </p:nvSpPr>
          <p:spPr>
            <a:xfrm>
              <a:off x="4863960" y="2822400"/>
              <a:ext cx="202680" cy="97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6" name="Oval 52"/>
            <p:cNvSpPr/>
            <p:nvPr/>
          </p:nvSpPr>
          <p:spPr>
            <a:xfrm>
              <a:off x="5202360" y="321300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7" name="Oval 53"/>
            <p:cNvSpPr/>
            <p:nvPr/>
          </p:nvSpPr>
          <p:spPr>
            <a:xfrm>
              <a:off x="4805280" y="3429000"/>
              <a:ext cx="2106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9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8" name="Oval 54"/>
            <p:cNvSpPr/>
            <p:nvPr/>
          </p:nvSpPr>
          <p:spPr>
            <a:xfrm>
              <a:off x="2490840" y="389412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89" name="Oval 55"/>
            <p:cNvSpPr/>
            <p:nvPr/>
          </p:nvSpPr>
          <p:spPr>
            <a:xfrm>
              <a:off x="2957400" y="321948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0" name="Oval 56"/>
            <p:cNvSpPr/>
            <p:nvPr/>
          </p:nvSpPr>
          <p:spPr>
            <a:xfrm>
              <a:off x="2401920" y="345276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1" name="Oval 57"/>
            <p:cNvSpPr/>
            <p:nvPr/>
          </p:nvSpPr>
          <p:spPr>
            <a:xfrm>
              <a:off x="1890720" y="36687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2" name="Oval 58"/>
            <p:cNvSpPr/>
            <p:nvPr/>
          </p:nvSpPr>
          <p:spPr>
            <a:xfrm>
              <a:off x="1832040" y="324972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3" name="Oval 59"/>
            <p:cNvSpPr/>
            <p:nvPr/>
          </p:nvSpPr>
          <p:spPr>
            <a:xfrm>
              <a:off x="1812960" y="2862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4" name="Oval 60"/>
            <p:cNvSpPr/>
            <p:nvPr/>
          </p:nvSpPr>
          <p:spPr>
            <a:xfrm>
              <a:off x="2381400" y="30351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5" name="Oval 61"/>
            <p:cNvSpPr/>
            <p:nvPr/>
          </p:nvSpPr>
          <p:spPr>
            <a:xfrm>
              <a:off x="2863800" y="2859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6" name="Oval 62"/>
            <p:cNvSpPr/>
            <p:nvPr/>
          </p:nvSpPr>
          <p:spPr>
            <a:xfrm>
              <a:off x="3427560" y="30243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7" name="Oval 63"/>
            <p:cNvSpPr/>
            <p:nvPr/>
          </p:nvSpPr>
          <p:spPr>
            <a:xfrm>
              <a:off x="3860640" y="28368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8" name="Oval 64"/>
            <p:cNvSpPr/>
            <p:nvPr/>
          </p:nvSpPr>
          <p:spPr>
            <a:xfrm>
              <a:off x="746280" y="32259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499" name="Oval 65"/>
            <p:cNvSpPr/>
            <p:nvPr/>
          </p:nvSpPr>
          <p:spPr>
            <a:xfrm>
              <a:off x="108000" y="3438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0" name="Oval 66"/>
            <p:cNvSpPr/>
            <p:nvPr/>
          </p:nvSpPr>
          <p:spPr>
            <a:xfrm>
              <a:off x="1266840" y="3041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1" name="Oval 67"/>
            <p:cNvSpPr/>
            <p:nvPr/>
          </p:nvSpPr>
          <p:spPr>
            <a:xfrm>
              <a:off x="722160" y="2852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2" name="Oval 68"/>
            <p:cNvSpPr/>
            <p:nvPr/>
          </p:nvSpPr>
          <p:spPr>
            <a:xfrm>
              <a:off x="179280" y="30178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3" name="Oval 69"/>
            <p:cNvSpPr/>
            <p:nvPr/>
          </p:nvSpPr>
          <p:spPr>
            <a:xfrm>
              <a:off x="685800" y="36878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4" name="Oval 70"/>
            <p:cNvSpPr/>
            <p:nvPr/>
          </p:nvSpPr>
          <p:spPr>
            <a:xfrm>
              <a:off x="1292400" y="345744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5" name="Oval 71"/>
            <p:cNvSpPr/>
            <p:nvPr/>
          </p:nvSpPr>
          <p:spPr>
            <a:xfrm>
              <a:off x="1252440" y="39243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6" name="Oval 72"/>
            <p:cNvSpPr/>
            <p:nvPr/>
          </p:nvSpPr>
          <p:spPr>
            <a:xfrm>
              <a:off x="4038480" y="3198960"/>
              <a:ext cx="221760" cy="114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7" name="Oval 73"/>
            <p:cNvSpPr/>
            <p:nvPr/>
          </p:nvSpPr>
          <p:spPr>
            <a:xfrm>
              <a:off x="2313000" y="26989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8" name="Oval 74"/>
            <p:cNvSpPr/>
            <p:nvPr/>
          </p:nvSpPr>
          <p:spPr>
            <a:xfrm>
              <a:off x="277344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09" name="Oval 75"/>
            <p:cNvSpPr/>
            <p:nvPr/>
          </p:nvSpPr>
          <p:spPr>
            <a:xfrm>
              <a:off x="219852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0" name="Oval 76"/>
            <p:cNvSpPr/>
            <p:nvPr/>
          </p:nvSpPr>
          <p:spPr>
            <a:xfrm>
              <a:off x="1735200" y="253224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1" name="Oval 77"/>
            <p:cNvSpPr/>
            <p:nvPr/>
          </p:nvSpPr>
          <p:spPr>
            <a:xfrm>
              <a:off x="1257120" y="26827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2" name="Oval 78"/>
            <p:cNvSpPr/>
            <p:nvPr/>
          </p:nvSpPr>
          <p:spPr>
            <a:xfrm>
              <a:off x="319248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3" name="Oval 79"/>
            <p:cNvSpPr/>
            <p:nvPr/>
          </p:nvSpPr>
          <p:spPr>
            <a:xfrm>
              <a:off x="3313080" y="26924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4" name="Oval 80"/>
            <p:cNvSpPr/>
            <p:nvPr/>
          </p:nvSpPr>
          <p:spPr>
            <a:xfrm>
              <a:off x="3722760" y="25416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5" name="Oval 81"/>
            <p:cNvSpPr/>
            <p:nvPr/>
          </p:nvSpPr>
          <p:spPr>
            <a:xfrm>
              <a:off x="4260960" y="267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6" name="Oval 82"/>
            <p:cNvSpPr/>
            <p:nvPr/>
          </p:nvSpPr>
          <p:spPr>
            <a:xfrm>
              <a:off x="1279440" y="24004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7" name="Oval 83"/>
            <p:cNvSpPr/>
            <p:nvPr/>
          </p:nvSpPr>
          <p:spPr>
            <a:xfrm>
              <a:off x="785880" y="253512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8" name="Oval 84"/>
            <p:cNvSpPr/>
            <p:nvPr/>
          </p:nvSpPr>
          <p:spPr>
            <a:xfrm>
              <a:off x="361800" y="23940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19" name="Oval 85"/>
            <p:cNvSpPr/>
            <p:nvPr/>
          </p:nvSpPr>
          <p:spPr>
            <a:xfrm>
              <a:off x="249120" y="269568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0" name="Oval 86"/>
            <p:cNvSpPr/>
            <p:nvPr/>
          </p:nvSpPr>
          <p:spPr>
            <a:xfrm>
              <a:off x="4583160" y="2532240"/>
              <a:ext cx="1965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1" name="Oval 87"/>
            <p:cNvSpPr/>
            <p:nvPr/>
          </p:nvSpPr>
          <p:spPr>
            <a:xfrm>
              <a:off x="4888080" y="239868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2" name="Oval 88"/>
            <p:cNvSpPr/>
            <p:nvPr/>
          </p:nvSpPr>
          <p:spPr>
            <a:xfrm>
              <a:off x="5191200" y="267984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3" name="Oval 89"/>
            <p:cNvSpPr/>
            <p:nvPr/>
          </p:nvSpPr>
          <p:spPr>
            <a:xfrm>
              <a:off x="5481720" y="25383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4" name="Oval 90"/>
            <p:cNvSpPr/>
            <p:nvPr/>
          </p:nvSpPr>
          <p:spPr>
            <a:xfrm>
              <a:off x="5796000" y="239076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5" name="Oval 91"/>
            <p:cNvSpPr/>
            <p:nvPr/>
          </p:nvSpPr>
          <p:spPr>
            <a:xfrm>
              <a:off x="6748560" y="2401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6" name="Oval 92"/>
            <p:cNvSpPr/>
            <p:nvPr/>
          </p:nvSpPr>
          <p:spPr>
            <a:xfrm>
              <a:off x="6192720" y="27003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7" name="Oval 93"/>
            <p:cNvSpPr/>
            <p:nvPr/>
          </p:nvSpPr>
          <p:spPr>
            <a:xfrm>
              <a:off x="6486480" y="2552760"/>
              <a:ext cx="202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8" name="Oval 94"/>
            <p:cNvSpPr/>
            <p:nvPr/>
          </p:nvSpPr>
          <p:spPr>
            <a:xfrm>
              <a:off x="2035080" y="579924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29" name="Oval 95"/>
            <p:cNvSpPr/>
            <p:nvPr/>
          </p:nvSpPr>
          <p:spPr>
            <a:xfrm>
              <a:off x="1122480" y="6372360"/>
              <a:ext cx="30276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0" name="Oval 96"/>
            <p:cNvSpPr/>
            <p:nvPr/>
          </p:nvSpPr>
          <p:spPr>
            <a:xfrm>
              <a:off x="3538440" y="49053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1" name="Oval 97"/>
            <p:cNvSpPr/>
            <p:nvPr/>
          </p:nvSpPr>
          <p:spPr>
            <a:xfrm>
              <a:off x="4133880" y="45514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2" name="Oval 98"/>
            <p:cNvSpPr/>
            <p:nvPr/>
          </p:nvSpPr>
          <p:spPr>
            <a:xfrm>
              <a:off x="4614840" y="423540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3" name="Oval 99"/>
            <p:cNvSpPr/>
            <p:nvPr/>
          </p:nvSpPr>
          <p:spPr>
            <a:xfrm>
              <a:off x="5156280" y="3895560"/>
              <a:ext cx="237600" cy="142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4" name="Oval 100"/>
            <p:cNvSpPr/>
            <p:nvPr/>
          </p:nvSpPr>
          <p:spPr>
            <a:xfrm>
              <a:off x="2859120" y="5334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5" name="Oval 101"/>
            <p:cNvSpPr/>
            <p:nvPr/>
          </p:nvSpPr>
          <p:spPr>
            <a:xfrm>
              <a:off x="5575320" y="36543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6" name="Oval 102"/>
            <p:cNvSpPr/>
            <p:nvPr/>
          </p:nvSpPr>
          <p:spPr>
            <a:xfrm>
              <a:off x="6318360" y="319716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7" name="Oval 103"/>
            <p:cNvSpPr/>
            <p:nvPr/>
          </p:nvSpPr>
          <p:spPr>
            <a:xfrm>
              <a:off x="5958000" y="34257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8" name="Oval 104"/>
            <p:cNvSpPr/>
            <p:nvPr/>
          </p:nvSpPr>
          <p:spPr>
            <a:xfrm>
              <a:off x="6629400" y="301320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39" name="Oval 105"/>
            <p:cNvSpPr/>
            <p:nvPr/>
          </p:nvSpPr>
          <p:spPr>
            <a:xfrm>
              <a:off x="6886440" y="2852640"/>
              <a:ext cx="2044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0" name="Oval 106"/>
            <p:cNvSpPr/>
            <p:nvPr/>
          </p:nvSpPr>
          <p:spPr>
            <a:xfrm>
              <a:off x="7151760" y="26989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1" name="Oval 107"/>
            <p:cNvSpPr/>
            <p:nvPr/>
          </p:nvSpPr>
          <p:spPr>
            <a:xfrm>
              <a:off x="7399440" y="254484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2" name="Oval 108"/>
            <p:cNvSpPr/>
            <p:nvPr/>
          </p:nvSpPr>
          <p:spPr>
            <a:xfrm>
              <a:off x="7624800" y="2400480"/>
              <a:ext cx="20268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3" name="Oval 109"/>
            <p:cNvSpPr/>
            <p:nvPr/>
          </p:nvSpPr>
          <p:spPr>
            <a:xfrm>
              <a:off x="7826400" y="227160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53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4" name="Oval 110"/>
            <p:cNvSpPr/>
            <p:nvPr/>
          </p:nvSpPr>
          <p:spPr>
            <a:xfrm>
              <a:off x="608796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5" name="Oval 111"/>
            <p:cNvSpPr/>
            <p:nvPr/>
          </p:nvSpPr>
          <p:spPr>
            <a:xfrm>
              <a:off x="5216400" y="227016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6" name="Oval 112"/>
            <p:cNvSpPr/>
            <p:nvPr/>
          </p:nvSpPr>
          <p:spPr>
            <a:xfrm>
              <a:off x="4718160" y="216864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7" name="Oval 113"/>
            <p:cNvSpPr/>
            <p:nvPr/>
          </p:nvSpPr>
          <p:spPr>
            <a:xfrm>
              <a:off x="5003640" y="205092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8" name="Oval 114"/>
            <p:cNvSpPr/>
            <p:nvPr/>
          </p:nvSpPr>
          <p:spPr>
            <a:xfrm>
              <a:off x="4794120" y="18572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49" name="Oval 115"/>
            <p:cNvSpPr/>
            <p:nvPr/>
          </p:nvSpPr>
          <p:spPr>
            <a:xfrm>
              <a:off x="3878280" y="217188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0" name="Oval 116"/>
            <p:cNvSpPr/>
            <p:nvPr/>
          </p:nvSpPr>
          <p:spPr>
            <a:xfrm>
              <a:off x="3652920" y="19368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1" name="Oval 117"/>
            <p:cNvSpPr/>
            <p:nvPr/>
          </p:nvSpPr>
          <p:spPr>
            <a:xfrm>
              <a:off x="3325680" y="203832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2" name="Oval 118"/>
            <p:cNvSpPr/>
            <p:nvPr/>
          </p:nvSpPr>
          <p:spPr>
            <a:xfrm>
              <a:off x="3537000" y="2289240"/>
              <a:ext cx="1756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3" name="Oval 119"/>
            <p:cNvSpPr/>
            <p:nvPr/>
          </p:nvSpPr>
          <p:spPr>
            <a:xfrm>
              <a:off x="1760400" y="22604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4" name="Oval 120"/>
            <p:cNvSpPr/>
            <p:nvPr/>
          </p:nvSpPr>
          <p:spPr>
            <a:xfrm>
              <a:off x="969840" y="203832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5" name="Oval 121"/>
            <p:cNvSpPr/>
            <p:nvPr/>
          </p:nvSpPr>
          <p:spPr>
            <a:xfrm>
              <a:off x="484200" y="215568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6" name="Oval 122"/>
            <p:cNvSpPr/>
            <p:nvPr/>
          </p:nvSpPr>
          <p:spPr>
            <a:xfrm>
              <a:off x="247680" y="1832040"/>
              <a:ext cx="177480" cy="788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7" name="Oval 123"/>
            <p:cNvSpPr/>
            <p:nvPr/>
          </p:nvSpPr>
          <p:spPr>
            <a:xfrm>
              <a:off x="7203960" y="21668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8" name="Oval 124"/>
            <p:cNvSpPr/>
            <p:nvPr/>
          </p:nvSpPr>
          <p:spPr>
            <a:xfrm>
              <a:off x="6996240" y="2286000"/>
              <a:ext cx="16632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59" name="Oval 125"/>
            <p:cNvSpPr/>
            <p:nvPr/>
          </p:nvSpPr>
          <p:spPr>
            <a:xfrm>
              <a:off x="63374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aa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0" name="Oval 126"/>
            <p:cNvSpPr/>
            <p:nvPr/>
          </p:nvSpPr>
          <p:spPr>
            <a:xfrm>
              <a:off x="5502240" y="2152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1" name="Oval 127"/>
            <p:cNvSpPr/>
            <p:nvPr/>
          </p:nvSpPr>
          <p:spPr>
            <a:xfrm>
              <a:off x="4527720" y="1949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2" name="Oval 128"/>
            <p:cNvSpPr/>
            <p:nvPr/>
          </p:nvSpPr>
          <p:spPr>
            <a:xfrm>
              <a:off x="4251240" y="176040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3" name="Oval 129"/>
            <p:cNvSpPr/>
            <p:nvPr/>
          </p:nvSpPr>
          <p:spPr>
            <a:xfrm>
              <a:off x="4538520" y="16588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4" name="Oval 130"/>
            <p:cNvSpPr/>
            <p:nvPr/>
          </p:nvSpPr>
          <p:spPr>
            <a:xfrm>
              <a:off x="3083040" y="165096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5" name="Oval 131"/>
            <p:cNvSpPr/>
            <p:nvPr/>
          </p:nvSpPr>
          <p:spPr>
            <a:xfrm>
              <a:off x="1727280" y="202716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6" name="Oval 132"/>
            <p:cNvSpPr/>
            <p:nvPr/>
          </p:nvSpPr>
          <p:spPr>
            <a:xfrm>
              <a:off x="1312920" y="214308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7" name="Oval 133"/>
            <p:cNvSpPr/>
            <p:nvPr/>
          </p:nvSpPr>
          <p:spPr>
            <a:xfrm>
              <a:off x="852480" y="226692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8" name="Oval 134"/>
            <p:cNvSpPr/>
            <p:nvPr/>
          </p:nvSpPr>
          <p:spPr>
            <a:xfrm>
              <a:off x="1008000" y="168264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69" name="Oval 135"/>
            <p:cNvSpPr/>
            <p:nvPr/>
          </p:nvSpPr>
          <p:spPr>
            <a:xfrm>
              <a:off x="2444760" y="1666800"/>
              <a:ext cx="167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0" name="Oval 136"/>
            <p:cNvSpPr/>
            <p:nvPr/>
          </p:nvSpPr>
          <p:spPr>
            <a:xfrm>
              <a:off x="1778040" y="1687680"/>
              <a:ext cx="16632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1" name="Oval 137"/>
            <p:cNvSpPr/>
            <p:nvPr/>
          </p:nvSpPr>
          <p:spPr>
            <a:xfrm>
              <a:off x="6558120" y="2038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2" name="Oval 138"/>
            <p:cNvSpPr/>
            <p:nvPr/>
          </p:nvSpPr>
          <p:spPr>
            <a:xfrm>
              <a:off x="5519880" y="18464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3" name="Oval 139"/>
            <p:cNvSpPr/>
            <p:nvPr/>
          </p:nvSpPr>
          <p:spPr>
            <a:xfrm>
              <a:off x="5262480" y="19512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4" name="Oval 140"/>
            <p:cNvSpPr/>
            <p:nvPr/>
          </p:nvSpPr>
          <p:spPr>
            <a:xfrm>
              <a:off x="503856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5" name="Oval 141"/>
            <p:cNvSpPr/>
            <p:nvPr/>
          </p:nvSpPr>
          <p:spPr>
            <a:xfrm>
              <a:off x="3803760" y="16686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6" name="Oval 142"/>
            <p:cNvSpPr/>
            <p:nvPr/>
          </p:nvSpPr>
          <p:spPr>
            <a:xfrm>
              <a:off x="4395960" y="22953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7" name="Oval 143"/>
            <p:cNvSpPr/>
            <p:nvPr/>
          </p:nvSpPr>
          <p:spPr>
            <a:xfrm>
              <a:off x="4216320" y="205416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8" name="Oval 144"/>
            <p:cNvSpPr/>
            <p:nvPr/>
          </p:nvSpPr>
          <p:spPr>
            <a:xfrm>
              <a:off x="3970440" y="183996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79" name="Oval 145"/>
            <p:cNvSpPr/>
            <p:nvPr/>
          </p:nvSpPr>
          <p:spPr>
            <a:xfrm>
              <a:off x="3527280" y="174780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0" name="Oval 146"/>
            <p:cNvSpPr/>
            <p:nvPr/>
          </p:nvSpPr>
          <p:spPr>
            <a:xfrm>
              <a:off x="3220920" y="184464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1" name="Oval 147"/>
            <p:cNvSpPr/>
            <p:nvPr/>
          </p:nvSpPr>
          <p:spPr>
            <a:xfrm>
              <a:off x="2976480" y="215280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2" name="Oval 148"/>
            <p:cNvSpPr/>
            <p:nvPr/>
          </p:nvSpPr>
          <p:spPr>
            <a:xfrm>
              <a:off x="2871720" y="194148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3" name="Oval 149"/>
            <p:cNvSpPr/>
            <p:nvPr/>
          </p:nvSpPr>
          <p:spPr>
            <a:xfrm>
              <a:off x="2759040" y="17431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4" name="Oval 150"/>
            <p:cNvSpPr/>
            <p:nvPr/>
          </p:nvSpPr>
          <p:spPr>
            <a:xfrm>
              <a:off x="2513160" y="20462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5" name="Oval 151"/>
            <p:cNvSpPr/>
            <p:nvPr/>
          </p:nvSpPr>
          <p:spPr>
            <a:xfrm>
              <a:off x="2189160" y="213192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6" name="Oval 152"/>
            <p:cNvSpPr/>
            <p:nvPr/>
          </p:nvSpPr>
          <p:spPr>
            <a:xfrm>
              <a:off x="2427120" y="18352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7" name="Oval 153"/>
            <p:cNvSpPr/>
            <p:nvPr/>
          </p:nvSpPr>
          <p:spPr>
            <a:xfrm>
              <a:off x="2054160" y="194004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8" name="Oval 154"/>
            <p:cNvSpPr/>
            <p:nvPr/>
          </p:nvSpPr>
          <p:spPr>
            <a:xfrm>
              <a:off x="2085840" y="17654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89" name="Oval 155"/>
            <p:cNvSpPr/>
            <p:nvPr/>
          </p:nvSpPr>
          <p:spPr>
            <a:xfrm>
              <a:off x="1717560" y="18511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0" name="Oval 156"/>
            <p:cNvSpPr/>
            <p:nvPr/>
          </p:nvSpPr>
          <p:spPr>
            <a:xfrm>
              <a:off x="1392120" y="1779480"/>
              <a:ext cx="177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1" name="Oval 157"/>
            <p:cNvSpPr/>
            <p:nvPr/>
          </p:nvSpPr>
          <p:spPr>
            <a:xfrm>
              <a:off x="1389240" y="1930320"/>
              <a:ext cx="1756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2" name="Oval 158"/>
            <p:cNvSpPr/>
            <p:nvPr/>
          </p:nvSpPr>
          <p:spPr>
            <a:xfrm>
              <a:off x="1079640" y="185724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3" name="Oval 159"/>
            <p:cNvSpPr/>
            <p:nvPr/>
          </p:nvSpPr>
          <p:spPr>
            <a:xfrm>
              <a:off x="652320" y="195588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4" name="Oval 160"/>
            <p:cNvSpPr/>
            <p:nvPr/>
          </p:nvSpPr>
          <p:spPr>
            <a:xfrm>
              <a:off x="689040" y="1746360"/>
              <a:ext cx="1774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5" name="Oval 161"/>
            <p:cNvSpPr/>
            <p:nvPr/>
          </p:nvSpPr>
          <p:spPr>
            <a:xfrm>
              <a:off x="189000" y="2082960"/>
              <a:ext cx="17568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6" name="Oval 162"/>
            <p:cNvSpPr/>
            <p:nvPr/>
          </p:nvSpPr>
          <p:spPr>
            <a:xfrm>
              <a:off x="1362240" y="158904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7" name="Oval 163"/>
            <p:cNvSpPr/>
            <p:nvPr/>
          </p:nvSpPr>
          <p:spPr>
            <a:xfrm>
              <a:off x="2128680" y="160812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8" name="Oval 164"/>
            <p:cNvSpPr/>
            <p:nvPr/>
          </p:nvSpPr>
          <p:spPr>
            <a:xfrm>
              <a:off x="2760840" y="1600200"/>
              <a:ext cx="159840" cy="601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599" name="Oval 165"/>
            <p:cNvSpPr/>
            <p:nvPr/>
          </p:nvSpPr>
          <p:spPr>
            <a:xfrm>
              <a:off x="3359160" y="1589040"/>
              <a:ext cx="15840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0" name="Oval 166"/>
            <p:cNvSpPr/>
            <p:nvPr/>
          </p:nvSpPr>
          <p:spPr>
            <a:xfrm>
              <a:off x="3683160" y="149400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1" name="Oval 167"/>
            <p:cNvSpPr/>
            <p:nvPr/>
          </p:nvSpPr>
          <p:spPr>
            <a:xfrm>
              <a:off x="4129200" y="1579680"/>
              <a:ext cx="159840" cy="615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2" name="Oval 168"/>
            <p:cNvSpPr/>
            <p:nvPr/>
          </p:nvSpPr>
          <p:spPr>
            <a:xfrm>
              <a:off x="2646360" y="2254320"/>
              <a:ext cx="167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d8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3" name="Oval 169"/>
            <p:cNvSpPr/>
            <p:nvPr/>
          </p:nvSpPr>
          <p:spPr>
            <a:xfrm>
              <a:off x="4059360" y="240660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9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4" name="Oval 170"/>
            <p:cNvSpPr/>
            <p:nvPr/>
          </p:nvSpPr>
          <p:spPr>
            <a:xfrm>
              <a:off x="5745240" y="2043000"/>
              <a:ext cx="1774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5" name="Oval 171"/>
            <p:cNvSpPr/>
            <p:nvPr/>
          </p:nvSpPr>
          <p:spPr>
            <a:xfrm>
              <a:off x="6018120" y="1924200"/>
              <a:ext cx="175680" cy="80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6" name="Oval 172"/>
            <p:cNvSpPr/>
            <p:nvPr/>
          </p:nvSpPr>
          <p:spPr>
            <a:xfrm>
              <a:off x="338760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7" name="Oval 173"/>
            <p:cNvSpPr/>
            <p:nvPr/>
          </p:nvSpPr>
          <p:spPr>
            <a:xfrm>
              <a:off x="2006640" y="144144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8" name="Oval 174"/>
            <p:cNvSpPr/>
            <p:nvPr/>
          </p:nvSpPr>
          <p:spPr>
            <a:xfrm>
              <a:off x="2335320" y="1379520"/>
              <a:ext cx="12492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09" name="Oval 175"/>
            <p:cNvSpPr/>
            <p:nvPr/>
          </p:nvSpPr>
          <p:spPr>
            <a:xfrm>
              <a:off x="2619360" y="130824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0" name="Oval 176"/>
            <p:cNvSpPr/>
            <p:nvPr/>
          </p:nvSpPr>
          <p:spPr>
            <a:xfrm>
              <a:off x="3044880" y="1379520"/>
              <a:ext cx="13284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1" name="Oval 177"/>
            <p:cNvSpPr/>
            <p:nvPr/>
          </p:nvSpPr>
          <p:spPr>
            <a:xfrm>
              <a:off x="2730600" y="1465200"/>
              <a:ext cx="131400" cy="5364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2" name="Oval 178"/>
            <p:cNvSpPr/>
            <p:nvPr/>
          </p:nvSpPr>
          <p:spPr>
            <a:xfrm>
              <a:off x="3036960" y="1519200"/>
              <a:ext cx="15048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3" name="Oval 179"/>
            <p:cNvSpPr/>
            <p:nvPr/>
          </p:nvSpPr>
          <p:spPr>
            <a:xfrm>
              <a:off x="2446200" y="1527120"/>
              <a:ext cx="14076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4" name="Oval 180"/>
            <p:cNvSpPr/>
            <p:nvPr/>
          </p:nvSpPr>
          <p:spPr>
            <a:xfrm>
              <a:off x="1708200" y="1512720"/>
              <a:ext cx="159840" cy="7092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5" name="Oval 181"/>
            <p:cNvSpPr/>
            <p:nvPr/>
          </p:nvSpPr>
          <p:spPr>
            <a:xfrm>
              <a:off x="3147840" y="6392880"/>
              <a:ext cx="309240" cy="1663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6" name="Oval 182"/>
            <p:cNvSpPr/>
            <p:nvPr/>
          </p:nvSpPr>
          <p:spPr>
            <a:xfrm>
              <a:off x="3905280" y="5827680"/>
              <a:ext cx="310680" cy="177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7" name="Oval 183"/>
            <p:cNvSpPr/>
            <p:nvPr/>
          </p:nvSpPr>
          <p:spPr>
            <a:xfrm>
              <a:off x="5140440" y="495468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8" name="Oval 184"/>
            <p:cNvSpPr/>
            <p:nvPr/>
          </p:nvSpPr>
          <p:spPr>
            <a:xfrm>
              <a:off x="5635800" y="4572000"/>
              <a:ext cx="24876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19" name="Oval 185"/>
            <p:cNvSpPr/>
            <p:nvPr/>
          </p:nvSpPr>
          <p:spPr>
            <a:xfrm>
              <a:off x="4591080" y="536112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0" name="Oval 186"/>
            <p:cNvSpPr/>
            <p:nvPr/>
          </p:nvSpPr>
          <p:spPr>
            <a:xfrm>
              <a:off x="6141960" y="4218120"/>
              <a:ext cx="239400" cy="132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1" name="Oval 187"/>
            <p:cNvSpPr/>
            <p:nvPr/>
          </p:nvSpPr>
          <p:spPr>
            <a:xfrm>
              <a:off x="6492960" y="392904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2" name="Oval 188"/>
            <p:cNvSpPr/>
            <p:nvPr/>
          </p:nvSpPr>
          <p:spPr>
            <a:xfrm>
              <a:off x="6869160" y="3673440"/>
              <a:ext cx="212400" cy="11412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3" name="Oval 189"/>
            <p:cNvSpPr/>
            <p:nvPr/>
          </p:nvSpPr>
          <p:spPr>
            <a:xfrm>
              <a:off x="7480440" y="320976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b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4" name="Oval 190"/>
            <p:cNvSpPr/>
            <p:nvPr/>
          </p:nvSpPr>
          <p:spPr>
            <a:xfrm>
              <a:off x="7196040" y="3432240"/>
              <a:ext cx="22032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5" name="Oval 191"/>
            <p:cNvSpPr/>
            <p:nvPr/>
          </p:nvSpPr>
          <p:spPr>
            <a:xfrm>
              <a:off x="7719840" y="304812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6" name="Oval 192"/>
            <p:cNvSpPr/>
            <p:nvPr/>
          </p:nvSpPr>
          <p:spPr>
            <a:xfrm>
              <a:off x="7951680" y="286848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4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7" name="Oval 193"/>
            <p:cNvSpPr/>
            <p:nvPr/>
          </p:nvSpPr>
          <p:spPr>
            <a:xfrm>
              <a:off x="8193240" y="2701800"/>
              <a:ext cx="194760" cy="788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8" name="Oval 194"/>
            <p:cNvSpPr/>
            <p:nvPr/>
          </p:nvSpPr>
          <p:spPr>
            <a:xfrm>
              <a:off x="8377200" y="2562120"/>
              <a:ext cx="1965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29" name="Oval 195"/>
            <p:cNvSpPr/>
            <p:nvPr/>
          </p:nvSpPr>
          <p:spPr>
            <a:xfrm>
              <a:off x="8569440" y="2414520"/>
              <a:ext cx="194760" cy="80640"/>
            </a:xfrm>
            <a:prstGeom prst="ellipse">
              <a:avLst/>
            </a:prstGeom>
            <a:gradFill rotWithShape="0">
              <a:gsLst>
                <a:gs pos="0">
                  <a:srgbClr val="00008a"/>
                </a:gs>
                <a:gs pos="100000">
                  <a:srgbClr val="000071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0" name="Oval 196"/>
            <p:cNvSpPr/>
            <p:nvPr/>
          </p:nvSpPr>
          <p:spPr>
            <a:xfrm>
              <a:off x="5167440" y="6462720"/>
              <a:ext cx="31068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1" name="Oval 197"/>
            <p:cNvSpPr/>
            <p:nvPr/>
          </p:nvSpPr>
          <p:spPr>
            <a:xfrm>
              <a:off x="5796000" y="5862600"/>
              <a:ext cx="310680" cy="1756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2" name="Oval 198"/>
            <p:cNvSpPr/>
            <p:nvPr/>
          </p:nvSpPr>
          <p:spPr>
            <a:xfrm>
              <a:off x="7577280" y="58816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3" name="Oval 199"/>
            <p:cNvSpPr/>
            <p:nvPr/>
          </p:nvSpPr>
          <p:spPr>
            <a:xfrm>
              <a:off x="7129440" y="6427800"/>
              <a:ext cx="310680" cy="1663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4" name="Oval 200"/>
            <p:cNvSpPr/>
            <p:nvPr/>
          </p:nvSpPr>
          <p:spPr>
            <a:xfrm>
              <a:off x="6332400" y="5391000"/>
              <a:ext cx="266400" cy="15192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5" name="Oval 201"/>
            <p:cNvSpPr/>
            <p:nvPr/>
          </p:nvSpPr>
          <p:spPr>
            <a:xfrm>
              <a:off x="6767640" y="498636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6" name="Oval 202"/>
            <p:cNvSpPr/>
            <p:nvPr/>
          </p:nvSpPr>
          <p:spPr>
            <a:xfrm>
              <a:off x="8007480" y="5425920"/>
              <a:ext cx="2646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7" name="Oval 203"/>
            <p:cNvSpPr/>
            <p:nvPr/>
          </p:nvSpPr>
          <p:spPr>
            <a:xfrm>
              <a:off x="7227720" y="456084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8" name="Oval 204"/>
            <p:cNvSpPr/>
            <p:nvPr/>
          </p:nvSpPr>
          <p:spPr>
            <a:xfrm>
              <a:off x="8402760" y="4946760"/>
              <a:ext cx="266400" cy="150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39" name="Oval 205"/>
            <p:cNvSpPr/>
            <p:nvPr/>
          </p:nvSpPr>
          <p:spPr>
            <a:xfrm>
              <a:off x="8726400" y="457056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0" name="Oval 206"/>
            <p:cNvSpPr/>
            <p:nvPr/>
          </p:nvSpPr>
          <p:spPr>
            <a:xfrm>
              <a:off x="7575480" y="424332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1" name="Oval 207"/>
            <p:cNvSpPr/>
            <p:nvPr/>
          </p:nvSpPr>
          <p:spPr>
            <a:xfrm>
              <a:off x="7883640" y="3949560"/>
              <a:ext cx="247320" cy="13284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2" name="Oval 208"/>
            <p:cNvSpPr/>
            <p:nvPr/>
          </p:nvSpPr>
          <p:spPr>
            <a:xfrm>
              <a:off x="8642520" y="3257640"/>
              <a:ext cx="21240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3" name="Oval 209"/>
            <p:cNvSpPr/>
            <p:nvPr/>
          </p:nvSpPr>
          <p:spPr>
            <a:xfrm>
              <a:off x="8193240" y="3673440"/>
              <a:ext cx="221760" cy="1155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4" name="Oval 210"/>
            <p:cNvSpPr/>
            <p:nvPr/>
          </p:nvSpPr>
          <p:spPr>
            <a:xfrm>
              <a:off x="8442360" y="3454560"/>
              <a:ext cx="21240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5" name="Oval 211"/>
            <p:cNvSpPr/>
            <p:nvPr/>
          </p:nvSpPr>
          <p:spPr>
            <a:xfrm>
              <a:off x="8859960" y="306864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6" name="Oval 212"/>
            <p:cNvSpPr/>
            <p:nvPr/>
          </p:nvSpPr>
          <p:spPr>
            <a:xfrm>
              <a:off x="9031320" y="2874960"/>
              <a:ext cx="202680" cy="9648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6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7" name="Oval 213"/>
            <p:cNvSpPr/>
            <p:nvPr/>
          </p:nvSpPr>
          <p:spPr>
            <a:xfrm>
              <a:off x="8989920" y="4254480"/>
              <a:ext cx="247320" cy="13140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4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8" name="Oval 214"/>
            <p:cNvSpPr/>
            <p:nvPr/>
          </p:nvSpPr>
          <p:spPr>
            <a:xfrm>
              <a:off x="-103320" y="4548240"/>
              <a:ext cx="23760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b2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49" name="Oval 215"/>
            <p:cNvSpPr/>
            <p:nvPr/>
          </p:nvSpPr>
          <p:spPr>
            <a:xfrm>
              <a:off x="3240" y="3932280"/>
              <a:ext cx="247320" cy="14076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c0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50" name="Oval 216"/>
            <p:cNvSpPr/>
            <p:nvPr/>
          </p:nvSpPr>
          <p:spPr>
            <a:xfrm>
              <a:off x="-14400" y="2279520"/>
              <a:ext cx="167760" cy="69480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100000">
                  <a:srgbClr val="0000e7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651" name="Oval 217"/>
            <p:cNvSpPr/>
            <p:nvPr/>
          </p:nvSpPr>
          <p:spPr>
            <a:xfrm>
              <a:off x="8928000" y="6365880"/>
              <a:ext cx="318600" cy="167760"/>
            </a:xfrm>
            <a:prstGeom prst="ellipse">
              <a:avLst/>
            </a:prstGeom>
            <a:gradFill rotWithShape="0">
              <a:gsLst>
                <a:gs pos="0">
                  <a:srgbClr val="00007a"/>
                </a:gs>
                <a:gs pos="100000">
                  <a:srgbClr val="00002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652" name="PlaceHolder 1"/>
          <p:cNvSpPr>
            <a:spLocks noGrp="1"/>
          </p:cNvSpPr>
          <p:nvPr>
            <p:ph type="title"/>
          </p:nvPr>
        </p:nvSpPr>
        <p:spPr>
          <a:xfrm>
            <a:off x="630360" y="457200"/>
            <a:ext cx="2949120" cy="1599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3200" spc="-1" strike="noStrike">
                <a:solidFill>
                  <a:schemeClr val="dk2"/>
                </a:solidFill>
                <a:latin typeface="Arial"/>
              </a:rPr>
              <a:t>Fare clic per modificare lo stile del titolo dello schema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3" name="PlaceHolder 2"/>
          <p:cNvSpPr>
            <a:spLocks noGrp="1"/>
          </p:cNvSpPr>
          <p:nvPr>
            <p:ph type="body"/>
          </p:nvPr>
        </p:nvSpPr>
        <p:spPr>
          <a:xfrm>
            <a:off x="388764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Fai clic per modificare il formato del testo della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Secondo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Terzo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Quarto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Quinto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Sesto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Settimo livello struttura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4" name="PlaceHolder 3"/>
          <p:cNvSpPr>
            <a:spLocks noGrp="1"/>
          </p:cNvSpPr>
          <p:nvPr>
            <p:ph type="body"/>
          </p:nvPr>
        </p:nvSpPr>
        <p:spPr>
          <a:xfrm>
            <a:off x="630360" y="2057400"/>
            <a:ext cx="2949120" cy="3811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it-IT" sz="1600" spc="-1" strike="noStrike">
                <a:solidFill>
                  <a:schemeClr val="dk1"/>
                </a:solidFill>
                <a:latin typeface="Arial"/>
              </a:rPr>
              <a:t>Fare clic per modificare gli stili del testo dello schema</a:t>
            </a:r>
            <a:endParaRPr b="0" lang="it-IT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5" name="PlaceHolder 4"/>
          <p:cNvSpPr>
            <a:spLocks noGrp="1"/>
          </p:cNvSpPr>
          <p:nvPr>
            <p:ph type="sldNum" idx="31"/>
          </p:nvPr>
        </p:nvSpPr>
        <p:spPr>
          <a:xfrm>
            <a:off x="655308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B1CBDE-8A45-4238-9BCA-F7DBE9D492F6}" type="slidenum">
              <a:rPr b="0" lang="it-IT" sz="1200" spc="-1" strike="noStrike">
                <a:solidFill>
                  <a:schemeClr val="dk1"/>
                </a:solidFill>
                <a:latin typeface="Arial"/>
              </a:rPr>
              <a:t>&lt;numero&gt;</a:t>
            </a:fld>
            <a:endParaRPr b="0" lang="it-IT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6" name="PlaceHolder 5"/>
          <p:cNvSpPr>
            <a:spLocks noGrp="1"/>
          </p:cNvSpPr>
          <p:nvPr>
            <p:ph type="dt" idx="32"/>
          </p:nvPr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7" name="PlaceHolder 6"/>
          <p:cNvSpPr>
            <a:spLocks noGrp="1"/>
          </p:cNvSpPr>
          <p:nvPr>
            <p:ph type="ftr" idx="33"/>
          </p:nvPr>
        </p:nvSpPr>
        <p:spPr>
          <a:xfrm>
            <a:off x="3124080" y="624348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ffffff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gif"/><Relationship Id="rId3" Type="http://schemas.openxmlformats.org/officeDocument/2006/relationships/image" Target="../media/image4.gif"/><Relationship Id="rId4" Type="http://schemas.openxmlformats.org/officeDocument/2006/relationships/image" Target="../media/image1.png"/><Relationship Id="rId5" Type="http://schemas.openxmlformats.org/officeDocument/2006/relationships/hyperlink" Target="http://faraday.physics.utoronto.ca/IYearLab/Intros/StandingWaves/Flash/long_wave.html" TargetMode="External"/><Relationship Id="rId6" Type="http://schemas.openxmlformats.org/officeDocument/2006/relationships/image" Target="../media/image5.wmf"/><Relationship Id="rId7" Type="http://schemas.openxmlformats.org/officeDocument/2006/relationships/audio" Target="../media/audio1.wav"/><Relationship Id="rId8" Type="http://schemas.openxmlformats.org/officeDocument/2006/relationships/audio" Target="../media/audio2.wav"/><Relationship Id="rId9" Type="http://schemas.openxmlformats.org/officeDocument/2006/relationships/audio" Target="../media/audio3.wav"/><Relationship Id="rId10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gif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jpeg"/><Relationship Id="rId3" Type="http://schemas.openxmlformats.org/officeDocument/2006/relationships/image" Target="../media/image10.gif"/><Relationship Id="rId4" Type="http://schemas.openxmlformats.org/officeDocument/2006/relationships/image" Target="../media/image11.gif"/><Relationship Id="rId5" Type="http://schemas.openxmlformats.org/officeDocument/2006/relationships/image" Target="../media/image12.gif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3.wmf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oleObject" Target="../embeddings/oleObject1.doc"/><Relationship Id="rId3" Type="http://schemas.openxmlformats.org/officeDocument/2006/relationships/image" Target="../media/image15.wmf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audio" Target="../media/media17.WAV"/><Relationship Id="rId3" Type="http://schemas.microsoft.com/office/2007/relationships/media" Target="../media/media17.WAV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hyperlink" Target="file:///Lasers%20and%20optical%20communications_laurea%20telematica/interference1_App.jar" TargetMode="External"/><Relationship Id="rId4" Type="http://schemas.openxmlformats.org/officeDocument/2006/relationships/image" Target="../media/image5.wmf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audio" Target="../media/audio4.wav"/><Relationship Id="rId6" Type="http://schemas.openxmlformats.org/officeDocument/2006/relationships/audio" Target="../media/audio5.wav"/><Relationship Id="rId7" Type="http://schemas.openxmlformats.org/officeDocument/2006/relationships/audio" Target="../media/audio6.wav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gif"/><Relationship Id="rId3" Type="http://schemas.openxmlformats.org/officeDocument/2006/relationships/image" Target="../media/image13.wmf"/><Relationship Id="rId4" Type="http://schemas.openxmlformats.org/officeDocument/2006/relationships/image" Target="../media/image30.jpe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9.png"/><Relationship Id="rId3" Type="http://schemas.openxmlformats.org/officeDocument/2006/relationships/image" Target="../media/image32.wmf"/><Relationship Id="rId4" Type="http://schemas.openxmlformats.org/officeDocument/2006/relationships/image" Target="../media/image33.wmf"/><Relationship Id="rId5" Type="http://schemas.openxmlformats.org/officeDocument/2006/relationships/video" Target="file:///C:/Documents%20and%20Settings/Mauro/Documenti/Immagini/Raccolta%20multimediale%20Microsoft/j0082196.mid" TargetMode="External"/><Relationship Id="rId6" Type="http://schemas.microsoft.com/office/2007/relationships/media" Target="file:///C:/Documents%20and%20Settings/Mauro/Documenti/Immagini/Raccolta%20multimediale%20Microsoft/j0082196.mid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34.jpeg"/><Relationship Id="rId9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image" Target="../media/image37.gif"/><Relationship Id="rId4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file:///Lasers%20and%20optical%20communications_laurea%20telematica/polarization_App.jar" TargetMode="External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PlaceHolder 1"/>
          <p:cNvSpPr>
            <a:spLocks noGrp="1"/>
          </p:cNvSpPr>
          <p:nvPr>
            <p:ph type="title"/>
          </p:nvPr>
        </p:nvSpPr>
        <p:spPr>
          <a:xfrm>
            <a:off x="646200" y="2373480"/>
            <a:ext cx="7772040" cy="105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rgbClr val="ffff66"/>
                </a:solidFill>
                <a:latin typeface="Arial"/>
              </a:rPr>
              <a:t>Light:</a:t>
            </a:r>
            <a:br>
              <a:rPr sz="4400"/>
            </a:br>
            <a:r>
              <a:rPr b="0" lang="it-IT" sz="4400" spc="-1" strike="noStrike">
                <a:solidFill>
                  <a:srgbClr val="ffff66"/>
                </a:solidFill>
                <a:latin typeface="Arial"/>
              </a:rPr>
              <a:t>its nature and its properties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5" name="Rectangle 5"/>
          <p:cNvSpPr/>
          <p:nvPr/>
        </p:nvSpPr>
        <p:spPr>
          <a:xfrm>
            <a:off x="1390680" y="3500280"/>
            <a:ext cx="6400440" cy="17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8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it-IT" sz="2800" spc="-1" strike="noStrike">
                <a:solidFill>
                  <a:srgbClr val="66ff33"/>
                </a:solidFill>
                <a:latin typeface="Arial"/>
              </a:rPr>
              <a:t>Lecturer: Mauro Mosca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it-IT" sz="2800" spc="-1" strike="noStrike">
                <a:solidFill>
                  <a:srgbClr val="ffff66"/>
                </a:solidFill>
                <a:latin typeface="Arial"/>
              </a:rPr>
              <a:t>(www.dieet.unipa.it/tfl)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61"/>
              </a:spcBef>
              <a:tabLst>
                <a:tab algn="l" pos="0"/>
              </a:tabLst>
            </a:pP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i="1" lang="it-IT" sz="2800" spc="-1" strike="noStrike">
                <a:solidFill>
                  <a:srgbClr val="66ff33"/>
                </a:solidFill>
                <a:latin typeface="Arial"/>
              </a:rPr>
              <a:t>last update: 29/09/2021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61"/>
              </a:spcBef>
              <a:tabLst>
                <a:tab algn="l" pos="0"/>
              </a:tabLst>
            </a:pP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6" name="Text Box 7"/>
          <p:cNvSpPr/>
          <p:nvPr/>
        </p:nvSpPr>
        <p:spPr>
          <a:xfrm>
            <a:off x="2121840" y="6488280"/>
            <a:ext cx="660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fff66"/>
                </a:solidFill>
                <a:latin typeface="Verdana"/>
              </a:rPr>
              <a:t>University of Palermo – Master in Electronic Engineering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Waves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8" name="PlaceHolder 2"/>
          <p:cNvSpPr>
            <a:spLocks noGrp="1"/>
          </p:cNvSpPr>
          <p:nvPr>
            <p:ph/>
          </p:nvPr>
        </p:nvSpPr>
        <p:spPr>
          <a:xfrm>
            <a:off x="468360" y="1628640"/>
            <a:ext cx="8229240" cy="1036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1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Longitudinal waves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9" name="Sound"/>
          <p:cNvSpPr/>
          <p:nvPr/>
        </p:nvSpPr>
        <p:spPr>
          <a:xfrm>
            <a:off x="5148360" y="2276640"/>
            <a:ext cx="1809360" cy="1809360"/>
          </a:xfrm>
          <a:custGeom>
            <a:avLst/>
            <a:gdLst>
              <a:gd name="textAreaLeft" fmla="*/ 63720 w 1809360"/>
              <a:gd name="textAreaRight" fmla="*/ 1765080 w 1809360"/>
              <a:gd name="textAreaTop" fmla="*/ 1881000 h 1809360"/>
              <a:gd name="textAreaBottom" fmla="*/ 2369520 h 1809360"/>
            </a:gdLst>
            <a:ahLst/>
            <a:rect l="textAreaLeft" t="textAreaTop" r="textAreaRight" b="textAreaBottom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/>
          </a:ln>
          <a:effectLst>
            <a:outerShdw algn="ctr" dir="2700000" dist="1074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670" name="Picture 5" descr=""/>
          <p:cNvPicPr/>
          <p:nvPr/>
        </p:nvPicPr>
        <p:blipFill>
          <a:blip r:embed="rId2"/>
          <a:stretch/>
        </p:blipFill>
        <p:spPr>
          <a:xfrm>
            <a:off x="5506920" y="2205000"/>
            <a:ext cx="2304720" cy="2304720"/>
          </a:xfrm>
          <a:prstGeom prst="rect">
            <a:avLst/>
          </a:prstGeom>
          <a:ln w="0">
            <a:noFill/>
          </a:ln>
        </p:spPr>
      </p:pic>
      <p:pic>
        <p:nvPicPr>
          <p:cNvPr id="2671" name="Picture 6" descr=""/>
          <p:cNvPicPr/>
          <p:nvPr/>
        </p:nvPicPr>
        <p:blipFill>
          <a:blip r:embed="rId3"/>
          <a:stretch/>
        </p:blipFill>
        <p:spPr>
          <a:xfrm>
            <a:off x="0" y="4640400"/>
            <a:ext cx="2382480" cy="2217240"/>
          </a:xfrm>
          <a:prstGeom prst="rect">
            <a:avLst/>
          </a:prstGeom>
          <a:ln w="0">
            <a:noFill/>
          </a:ln>
        </p:spPr>
      </p:pic>
      <p:sp>
        <p:nvSpPr>
          <p:cNvPr id="2672" name="Rectangle 7"/>
          <p:cNvSpPr/>
          <p:nvPr/>
        </p:nvSpPr>
        <p:spPr>
          <a:xfrm>
            <a:off x="519120" y="3645000"/>
            <a:ext cx="822924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4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Transversal waves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3" name="Picture 8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8236080" y="0"/>
            <a:ext cx="907560" cy="83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mph" presetID="4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to="1.5">
                                      <p:cBhvr additive="repl">
                                        <p:cTn id="6" dur="500" fill="hold"/>
                                        <p:tgtEl>
                                          <p:spTgt spid="2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Left)" transition="in">
                                      <p:cBhvr additive="repl">
                                        <p:cTn id="11" dur="500"/>
                                        <p:tgtEl>
                                          <p:spTgt spid="2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7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nodeType="afterEffect" fill="hold" presetClass="emph" presetID="6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6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8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nodeType="clickEffect" fill="hold">
                      <p:stCondLst>
                        <p:cond delay="indefinite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mph" presetID="4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to="1.5">
                                      <p:cBhvr additive="repl">
                                        <p:cTn id="18" dur="500" fill="hold"/>
                                        <p:tgtEl>
                                          <p:spTgt spid="2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0" dur="500"/>
                                        <p:tgtEl>
                                          <p:spTgt spid="2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nodeType="clickEffect" fill="hold">
                      <p:stCondLst>
                        <p:cond delay="indefinite"/>
                      </p:stCondLst>
                      <p:childTnLst>
                        <p:par>
                          <p:cTn id="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9" name="audio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3000" fill="hold"/>
                                        <p:tgtEl>
                                          <p:spTgt spid="2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3000" fill="hold"/>
                                        <p:tgtEl>
                                          <p:spTgt spid="2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Frequency and wavelength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675" name="Picture 3" descr=""/>
          <p:cNvPicPr/>
          <p:nvPr/>
        </p:nvPicPr>
        <p:blipFill>
          <a:blip r:embed="rId1"/>
          <a:stretch/>
        </p:blipFill>
        <p:spPr>
          <a:xfrm>
            <a:off x="1455840" y="1506600"/>
            <a:ext cx="6194160" cy="4681080"/>
          </a:xfrm>
          <a:prstGeom prst="rect">
            <a:avLst/>
          </a:prstGeom>
          <a:ln w="0">
            <a:noFill/>
          </a:ln>
        </p:spPr>
      </p:pic>
      <p:sp>
        <p:nvSpPr>
          <p:cNvPr id="2676" name="Text Box 4"/>
          <p:cNvSpPr/>
          <p:nvPr/>
        </p:nvSpPr>
        <p:spPr>
          <a:xfrm>
            <a:off x="1929240" y="2273400"/>
            <a:ext cx="5124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…</a:t>
            </a:r>
            <a:r>
              <a:rPr b="0" lang="en-US" sz="3200" spc="-1" strike="noStrike">
                <a:solidFill>
                  <a:schemeClr val="dk1"/>
                </a:solidFill>
                <a:latin typeface="Garamond"/>
              </a:rPr>
              <a:t>at a fixed point in space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7" name="Picture 5" descr=""/>
          <p:cNvPicPr/>
          <p:nvPr/>
        </p:nvPicPr>
        <p:blipFill>
          <a:blip r:embed="rId2"/>
          <a:stretch/>
        </p:blipFill>
        <p:spPr>
          <a:xfrm>
            <a:off x="1494000" y="2948040"/>
            <a:ext cx="6178320" cy="1604520"/>
          </a:xfrm>
          <a:prstGeom prst="rect">
            <a:avLst/>
          </a:prstGeom>
          <a:ln w="0">
            <a:noFill/>
          </a:ln>
        </p:spPr>
      </p:pic>
      <p:sp>
        <p:nvSpPr>
          <p:cNvPr id="2678" name="Text Box 6"/>
          <p:cNvSpPr/>
          <p:nvPr/>
        </p:nvSpPr>
        <p:spPr>
          <a:xfrm>
            <a:off x="2214360" y="1655640"/>
            <a:ext cx="4367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Not all waves travel…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9" name="Text Box 7"/>
          <p:cNvSpPr/>
          <p:nvPr/>
        </p:nvSpPr>
        <p:spPr>
          <a:xfrm>
            <a:off x="2918160" y="5445000"/>
            <a:ext cx="318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standing waves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0" name="Picture 8" descr=""/>
          <p:cNvPicPr/>
          <p:nvPr/>
        </p:nvPicPr>
        <p:blipFill>
          <a:blip r:embed="rId3"/>
          <a:stretch/>
        </p:blipFill>
        <p:spPr>
          <a:xfrm>
            <a:off x="155520" y="2833560"/>
            <a:ext cx="8792640" cy="183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nodeType="clickEffect" fill="hold">
                      <p:stCondLst>
                        <p:cond delay="indefinite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007 8.09249E-007 L -8.33333E-007 0.56324 E">
                                      <p:cBhvr>
                                        <p:cTn id="38" dur="1000" fill="hold"/>
                                        <p:tgtEl>
                                          <p:spTgt spid="2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4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42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4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nodeType="clickEffect" fill="hold">
                      <p:stCondLst>
                        <p:cond delay="indefinite"/>
                      </p:stCondLst>
                      <p:childTnLst>
                        <p:par>
                          <p:cTn id="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xit" presetID="17" presetSubtype="1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8" dur="500"/>
                                        <p:tgtEl>
                                          <p:spTgt spid="2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/>
                                        <p:tgtEl>
                                          <p:spTgt spid="2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xit" presetID="17" presetSubtype="1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52" dur="500"/>
                                        <p:tgtEl>
                                          <p:spTgt spid="2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500"/>
                                        <p:tgtEl>
                                          <p:spTgt spid="2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nodeType="clickEffect" fill="hold">
                      <p:stCondLst>
                        <p:cond delay="indefinite"/>
                      </p:stCondLst>
                      <p:childTnLst>
                        <p:par>
                          <p:cTn id="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xit" presetID="17" presetSubtype="1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1" dur="500"/>
                                        <p:tgtEl>
                                          <p:spTgt spid="2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/>
                                        <p:tgtEl>
                                          <p:spTgt spid="2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2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2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500" fill="hold"/>
                                        <p:tgtEl>
                                          <p:spTgt spid="2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2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nodeType="clickEffect" fill="hold">
                      <p:stCondLst>
                        <p:cond delay="indefinite"/>
                      </p:stCondLst>
                      <p:childTnLst>
                        <p:par>
                          <p:cTn id="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5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" dur="500" fill="hold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Frequency and wavelength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682" name="Group 3"/>
          <p:cNvGrpSpPr/>
          <p:nvPr/>
        </p:nvGrpSpPr>
        <p:grpSpPr>
          <a:xfrm>
            <a:off x="3112920" y="2727000"/>
            <a:ext cx="215640" cy="1174680"/>
            <a:chOff x="3112920" y="2727000"/>
            <a:chExt cx="215640" cy="1174680"/>
          </a:xfrm>
        </p:grpSpPr>
        <p:sp>
          <p:nvSpPr>
            <p:cNvPr id="2683" name="Line 4"/>
            <p:cNvSpPr/>
            <p:nvPr/>
          </p:nvSpPr>
          <p:spPr>
            <a:xfrm flipV="1">
              <a:off x="3224160" y="2727000"/>
              <a:ext cx="6120" cy="949320"/>
            </a:xfrm>
            <a:prstGeom prst="line">
              <a:avLst/>
            </a:prstGeom>
            <a:ln w="25400">
              <a:solidFill>
                <a:srgbClr val="eaea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684" name="Group 5"/>
            <p:cNvGrpSpPr/>
            <p:nvPr/>
          </p:nvGrpSpPr>
          <p:grpSpPr>
            <a:xfrm>
              <a:off x="3112920" y="3686040"/>
              <a:ext cx="215640" cy="215640"/>
              <a:chOff x="3112920" y="3686040"/>
              <a:chExt cx="215640" cy="215640"/>
            </a:xfrm>
          </p:grpSpPr>
          <p:sp>
            <p:nvSpPr>
              <p:cNvPr id="2685" name="Oval 6"/>
              <p:cNvSpPr/>
              <p:nvPr/>
            </p:nvSpPr>
            <p:spPr>
              <a:xfrm>
                <a:off x="3112920" y="368604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eaea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686" name="Oval 7"/>
              <p:cNvSpPr/>
              <p:nvPr/>
            </p:nvSpPr>
            <p:spPr>
              <a:xfrm>
                <a:off x="3170160" y="374328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eaea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687" name="Group 8"/>
          <p:cNvGrpSpPr/>
          <p:nvPr/>
        </p:nvGrpSpPr>
        <p:grpSpPr>
          <a:xfrm>
            <a:off x="-108000" y="2728800"/>
            <a:ext cx="215640" cy="1174680"/>
            <a:chOff x="-108000" y="2728800"/>
            <a:chExt cx="215640" cy="1174680"/>
          </a:xfrm>
        </p:grpSpPr>
        <p:sp>
          <p:nvSpPr>
            <p:cNvPr id="2688" name="Line 9"/>
            <p:cNvSpPr/>
            <p:nvPr/>
          </p:nvSpPr>
          <p:spPr>
            <a:xfrm flipV="1">
              <a:off x="2880" y="2728800"/>
              <a:ext cx="6480" cy="949320"/>
            </a:xfrm>
            <a:prstGeom prst="line">
              <a:avLst/>
            </a:prstGeom>
            <a:ln w="25400">
              <a:solidFill>
                <a:srgbClr val="eaea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689" name="Group 10"/>
            <p:cNvGrpSpPr/>
            <p:nvPr/>
          </p:nvGrpSpPr>
          <p:grpSpPr>
            <a:xfrm>
              <a:off x="-108000" y="3687840"/>
              <a:ext cx="215640" cy="215640"/>
              <a:chOff x="-108000" y="3687840"/>
              <a:chExt cx="215640" cy="215640"/>
            </a:xfrm>
          </p:grpSpPr>
          <p:sp>
            <p:nvSpPr>
              <p:cNvPr id="2690" name="Oval 11"/>
              <p:cNvSpPr/>
              <p:nvPr/>
            </p:nvSpPr>
            <p:spPr>
              <a:xfrm>
                <a:off x="-108000" y="368784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eaea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691" name="Oval 12"/>
              <p:cNvSpPr/>
              <p:nvPr/>
            </p:nvSpPr>
            <p:spPr>
              <a:xfrm>
                <a:off x="-50760" y="374508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eaeae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692" name="Group 13"/>
          <p:cNvGrpSpPr/>
          <p:nvPr/>
        </p:nvGrpSpPr>
        <p:grpSpPr>
          <a:xfrm>
            <a:off x="-12600" y="3817800"/>
            <a:ext cx="9124200" cy="444240"/>
            <a:chOff x="-12600" y="3817800"/>
            <a:chExt cx="9124200" cy="444240"/>
          </a:xfrm>
        </p:grpSpPr>
        <p:grpSp>
          <p:nvGrpSpPr>
            <p:cNvPr id="2693" name="Group 14"/>
            <p:cNvGrpSpPr/>
            <p:nvPr/>
          </p:nvGrpSpPr>
          <p:grpSpPr>
            <a:xfrm>
              <a:off x="-12600" y="3827520"/>
              <a:ext cx="6101640" cy="434520"/>
              <a:chOff x="-12600" y="3827520"/>
              <a:chExt cx="6101640" cy="434520"/>
            </a:xfrm>
          </p:grpSpPr>
          <p:grpSp>
            <p:nvGrpSpPr>
              <p:cNvPr id="2694" name="Group 15"/>
              <p:cNvGrpSpPr/>
              <p:nvPr/>
            </p:nvGrpSpPr>
            <p:grpSpPr>
              <a:xfrm>
                <a:off x="-12600" y="3849840"/>
                <a:ext cx="3067200" cy="412200"/>
                <a:chOff x="-12600" y="3849840"/>
                <a:chExt cx="3067200" cy="412200"/>
              </a:xfrm>
            </p:grpSpPr>
            <p:grpSp>
              <p:nvGrpSpPr>
                <p:cNvPr id="2695" name="Group 16"/>
                <p:cNvGrpSpPr/>
                <p:nvPr/>
              </p:nvGrpSpPr>
              <p:grpSpPr>
                <a:xfrm>
                  <a:off x="-12600" y="3851280"/>
                  <a:ext cx="1561680" cy="410760"/>
                  <a:chOff x="-12600" y="3851280"/>
                  <a:chExt cx="1561680" cy="410760"/>
                </a:xfrm>
              </p:grpSpPr>
              <p:sp>
                <p:nvSpPr>
                  <p:cNvPr id="2696" name="Freeform 17"/>
                  <p:cNvSpPr/>
                  <p:nvPr/>
                </p:nvSpPr>
                <p:spPr>
                  <a:xfrm>
                    <a:off x="-12600" y="385128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0 h 237600"/>
                      <a:gd name="textAreaBottom" fmla="*/ 23796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2697" name="Freeform 18"/>
                  <p:cNvSpPr/>
                  <p:nvPr/>
                </p:nvSpPr>
                <p:spPr>
                  <a:xfrm flipV="1">
                    <a:off x="739440" y="402444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360 h 237600"/>
                      <a:gd name="textAreaBottom" fmla="*/ 23832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</p:grpSp>
            <p:grpSp>
              <p:nvGrpSpPr>
                <p:cNvPr id="2698" name="Group 19"/>
                <p:cNvGrpSpPr/>
                <p:nvPr/>
              </p:nvGrpSpPr>
              <p:grpSpPr>
                <a:xfrm>
                  <a:off x="1492560" y="3849840"/>
                  <a:ext cx="1562040" cy="410400"/>
                  <a:chOff x="1492560" y="3849840"/>
                  <a:chExt cx="1562040" cy="410400"/>
                </a:xfrm>
              </p:grpSpPr>
              <p:sp>
                <p:nvSpPr>
                  <p:cNvPr id="2699" name="Freeform 20"/>
                  <p:cNvSpPr/>
                  <p:nvPr/>
                </p:nvSpPr>
                <p:spPr>
                  <a:xfrm>
                    <a:off x="1492560" y="384984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0 h 237600"/>
                      <a:gd name="textAreaBottom" fmla="*/ 23796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2700" name="Freeform 21"/>
                  <p:cNvSpPr/>
                  <p:nvPr/>
                </p:nvSpPr>
                <p:spPr>
                  <a:xfrm flipV="1">
                    <a:off x="2244960" y="402264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360 h 237600"/>
                      <a:gd name="textAreaBottom" fmla="*/ 23832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2701" name="Group 22"/>
              <p:cNvGrpSpPr/>
              <p:nvPr/>
            </p:nvGrpSpPr>
            <p:grpSpPr>
              <a:xfrm>
                <a:off x="3021840" y="3827520"/>
                <a:ext cx="3067200" cy="412200"/>
                <a:chOff x="3021840" y="3827520"/>
                <a:chExt cx="3067200" cy="412200"/>
              </a:xfrm>
            </p:grpSpPr>
            <p:grpSp>
              <p:nvGrpSpPr>
                <p:cNvPr id="2702" name="Group 23"/>
                <p:cNvGrpSpPr/>
                <p:nvPr/>
              </p:nvGrpSpPr>
              <p:grpSpPr>
                <a:xfrm>
                  <a:off x="3021840" y="3828960"/>
                  <a:ext cx="1562040" cy="410760"/>
                  <a:chOff x="3021840" y="3828960"/>
                  <a:chExt cx="1562040" cy="410760"/>
                </a:xfrm>
              </p:grpSpPr>
              <p:sp>
                <p:nvSpPr>
                  <p:cNvPr id="2703" name="Freeform 24"/>
                  <p:cNvSpPr/>
                  <p:nvPr/>
                </p:nvSpPr>
                <p:spPr>
                  <a:xfrm>
                    <a:off x="3021840" y="382896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0 h 237600"/>
                      <a:gd name="textAreaBottom" fmla="*/ 23796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2704" name="Freeform 25"/>
                  <p:cNvSpPr/>
                  <p:nvPr/>
                </p:nvSpPr>
                <p:spPr>
                  <a:xfrm flipV="1">
                    <a:off x="3774240" y="400212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360 h 237600"/>
                      <a:gd name="textAreaBottom" fmla="*/ 23832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</p:grpSp>
            <p:grpSp>
              <p:nvGrpSpPr>
                <p:cNvPr id="2705" name="Group 26"/>
                <p:cNvGrpSpPr/>
                <p:nvPr/>
              </p:nvGrpSpPr>
              <p:grpSpPr>
                <a:xfrm>
                  <a:off x="4527360" y="3827520"/>
                  <a:ext cx="1561680" cy="410760"/>
                  <a:chOff x="4527360" y="3827520"/>
                  <a:chExt cx="1561680" cy="410760"/>
                </a:xfrm>
              </p:grpSpPr>
              <p:sp>
                <p:nvSpPr>
                  <p:cNvPr id="2706" name="Freeform 27"/>
                  <p:cNvSpPr/>
                  <p:nvPr/>
                </p:nvSpPr>
                <p:spPr>
                  <a:xfrm>
                    <a:off x="4527360" y="382752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0 h 237600"/>
                      <a:gd name="textAreaBottom" fmla="*/ 23796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2707" name="Freeform 28"/>
                  <p:cNvSpPr/>
                  <p:nvPr/>
                </p:nvSpPr>
                <p:spPr>
                  <a:xfrm flipV="1">
                    <a:off x="5279400" y="4000680"/>
                    <a:ext cx="809640" cy="237600"/>
                  </a:xfrm>
                  <a:custGeom>
                    <a:avLst/>
                    <a:gdLst>
                      <a:gd name="textAreaLeft" fmla="*/ 0 w 809640"/>
                      <a:gd name="textAreaRight" fmla="*/ 810000 w 809640"/>
                      <a:gd name="textAreaTop" fmla="*/ 360 h 237600"/>
                      <a:gd name="textAreaBottom" fmla="*/ 238320 h 237600"/>
                    </a:gdLst>
                    <a:ahLst/>
                    <a:rect l="textAreaLeft" t="textAreaTop" r="textAreaRight" b="textAreaBottom"/>
                    <a:pathLst>
                      <a:path w="393" h="150">
                        <a:moveTo>
                          <a:pt x="0" y="150"/>
                        </a:moveTo>
                        <a:cubicBezTo>
                          <a:pt x="72" y="78"/>
                          <a:pt x="145" y="6"/>
                          <a:pt x="210" y="3"/>
                        </a:cubicBezTo>
                        <a:cubicBezTo>
                          <a:pt x="275" y="0"/>
                          <a:pt x="364" y="110"/>
                          <a:pt x="393" y="131"/>
                        </a:cubicBezTo>
                      </a:path>
                    </a:pathLst>
                  </a:custGeom>
                  <a:noFill/>
                  <a:ln w="31750">
                    <a:solidFill>
                      <a:srgbClr val="ffffff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5000" bIns="45000" anchor="t">
                    <a:spAutoFit/>
                  </a:bodyPr>
                  <a:p>
                    <a:pPr>
                      <a:lnSpc>
                        <a:spcPct val="100000"/>
                      </a:lnSpc>
                    </a:pPr>
                    <a:endParaRPr b="1" lang="it-IT" sz="2800" spc="-1" strike="noStrike">
                      <a:solidFill>
                        <a:schemeClr val="dk1"/>
                      </a:solidFill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2708" name="Group 29"/>
            <p:cNvGrpSpPr/>
            <p:nvPr/>
          </p:nvGrpSpPr>
          <p:grpSpPr>
            <a:xfrm>
              <a:off x="6045480" y="3817800"/>
              <a:ext cx="3066120" cy="412200"/>
              <a:chOff x="6045480" y="3817800"/>
              <a:chExt cx="3066120" cy="412200"/>
            </a:xfrm>
          </p:grpSpPr>
          <p:grpSp>
            <p:nvGrpSpPr>
              <p:cNvPr id="2709" name="Group 30"/>
              <p:cNvGrpSpPr/>
              <p:nvPr/>
            </p:nvGrpSpPr>
            <p:grpSpPr>
              <a:xfrm>
                <a:off x="6045480" y="3819600"/>
                <a:ext cx="1561320" cy="410400"/>
                <a:chOff x="6045480" y="3819600"/>
                <a:chExt cx="1561320" cy="410400"/>
              </a:xfrm>
            </p:grpSpPr>
            <p:sp>
              <p:nvSpPr>
                <p:cNvPr id="2710" name="Freeform 31"/>
                <p:cNvSpPr/>
                <p:nvPr/>
              </p:nvSpPr>
              <p:spPr>
                <a:xfrm>
                  <a:off x="6045480" y="3819600"/>
                  <a:ext cx="809280" cy="237600"/>
                </a:xfrm>
                <a:custGeom>
                  <a:avLst/>
                  <a:gdLst>
                    <a:gd name="textAreaLeft" fmla="*/ 0 w 809280"/>
                    <a:gd name="textAreaRight" fmla="*/ 809640 w 809280"/>
                    <a:gd name="textAreaTop" fmla="*/ 0 h 237600"/>
                    <a:gd name="textAreaBottom" fmla="*/ 237960 h 237600"/>
                  </a:gdLst>
                  <a:ahLst/>
                  <a:rect l="textAreaLeft" t="textAreaTop" r="textAreaRight" b="textAreaBottom"/>
                  <a:pathLst>
                    <a:path w="393" h="150">
                      <a:moveTo>
                        <a:pt x="0" y="150"/>
                      </a:moveTo>
                      <a:cubicBezTo>
                        <a:pt x="72" y="78"/>
                        <a:pt x="145" y="6"/>
                        <a:pt x="210" y="3"/>
                      </a:cubicBezTo>
                      <a:cubicBezTo>
                        <a:pt x="275" y="0"/>
                        <a:pt x="364" y="110"/>
                        <a:pt x="393" y="131"/>
                      </a:cubicBezTo>
                    </a:path>
                  </a:pathLst>
                </a:custGeom>
                <a:noFill/>
                <a:ln w="317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endParaRPr b="1" lang="it-IT" sz="2800" spc="-1" strike="noStrike">
                    <a:solidFill>
                      <a:schemeClr val="dk1"/>
                    </a:solidFill>
                    <a:latin typeface="Arial"/>
                  </a:endParaRPr>
                </a:p>
              </p:txBody>
            </p:sp>
            <p:sp>
              <p:nvSpPr>
                <p:cNvPr id="2711" name="Freeform 32"/>
                <p:cNvSpPr/>
                <p:nvPr/>
              </p:nvSpPr>
              <p:spPr>
                <a:xfrm flipV="1">
                  <a:off x="6797520" y="3992400"/>
                  <a:ext cx="809280" cy="237600"/>
                </a:xfrm>
                <a:custGeom>
                  <a:avLst/>
                  <a:gdLst>
                    <a:gd name="textAreaLeft" fmla="*/ 0 w 809280"/>
                    <a:gd name="textAreaRight" fmla="*/ 809640 w 809280"/>
                    <a:gd name="textAreaTop" fmla="*/ 360 h 237600"/>
                    <a:gd name="textAreaBottom" fmla="*/ 238320 h 237600"/>
                  </a:gdLst>
                  <a:ahLst/>
                  <a:rect l="textAreaLeft" t="textAreaTop" r="textAreaRight" b="textAreaBottom"/>
                  <a:pathLst>
                    <a:path w="393" h="150">
                      <a:moveTo>
                        <a:pt x="0" y="150"/>
                      </a:moveTo>
                      <a:cubicBezTo>
                        <a:pt x="72" y="78"/>
                        <a:pt x="145" y="6"/>
                        <a:pt x="210" y="3"/>
                      </a:cubicBezTo>
                      <a:cubicBezTo>
                        <a:pt x="275" y="0"/>
                        <a:pt x="364" y="110"/>
                        <a:pt x="393" y="131"/>
                      </a:cubicBezTo>
                    </a:path>
                  </a:pathLst>
                </a:custGeom>
                <a:noFill/>
                <a:ln w="317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endParaRPr b="1" lang="it-IT" sz="2800" spc="-1" strike="noStrike">
                    <a:solidFill>
                      <a:schemeClr val="dk1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2712" name="Group 33"/>
              <p:cNvGrpSpPr/>
              <p:nvPr/>
            </p:nvGrpSpPr>
            <p:grpSpPr>
              <a:xfrm>
                <a:off x="7550280" y="3817800"/>
                <a:ext cx="1561320" cy="410760"/>
                <a:chOff x="7550280" y="3817800"/>
                <a:chExt cx="1561320" cy="410760"/>
              </a:xfrm>
            </p:grpSpPr>
            <p:sp>
              <p:nvSpPr>
                <p:cNvPr id="2713" name="Freeform 34"/>
                <p:cNvSpPr/>
                <p:nvPr/>
              </p:nvSpPr>
              <p:spPr>
                <a:xfrm>
                  <a:off x="7550280" y="3817800"/>
                  <a:ext cx="809280" cy="237600"/>
                </a:xfrm>
                <a:custGeom>
                  <a:avLst/>
                  <a:gdLst>
                    <a:gd name="textAreaLeft" fmla="*/ 0 w 809280"/>
                    <a:gd name="textAreaRight" fmla="*/ 809640 w 809280"/>
                    <a:gd name="textAreaTop" fmla="*/ 0 h 237600"/>
                    <a:gd name="textAreaBottom" fmla="*/ 237960 h 237600"/>
                  </a:gdLst>
                  <a:ahLst/>
                  <a:rect l="textAreaLeft" t="textAreaTop" r="textAreaRight" b="textAreaBottom"/>
                  <a:pathLst>
                    <a:path w="393" h="150">
                      <a:moveTo>
                        <a:pt x="0" y="150"/>
                      </a:moveTo>
                      <a:cubicBezTo>
                        <a:pt x="72" y="78"/>
                        <a:pt x="145" y="6"/>
                        <a:pt x="210" y="3"/>
                      </a:cubicBezTo>
                      <a:cubicBezTo>
                        <a:pt x="275" y="0"/>
                        <a:pt x="364" y="110"/>
                        <a:pt x="393" y="131"/>
                      </a:cubicBezTo>
                    </a:path>
                  </a:pathLst>
                </a:custGeom>
                <a:noFill/>
                <a:ln w="317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endParaRPr b="1" lang="it-IT" sz="2800" spc="-1" strike="noStrike">
                    <a:solidFill>
                      <a:schemeClr val="dk1"/>
                    </a:solidFill>
                    <a:latin typeface="Arial"/>
                  </a:endParaRPr>
                </a:p>
              </p:txBody>
            </p:sp>
            <p:sp>
              <p:nvSpPr>
                <p:cNvPr id="2714" name="Freeform 35"/>
                <p:cNvSpPr/>
                <p:nvPr/>
              </p:nvSpPr>
              <p:spPr>
                <a:xfrm flipV="1">
                  <a:off x="8302320" y="3990960"/>
                  <a:ext cx="809280" cy="237600"/>
                </a:xfrm>
                <a:custGeom>
                  <a:avLst/>
                  <a:gdLst>
                    <a:gd name="textAreaLeft" fmla="*/ 0 w 809280"/>
                    <a:gd name="textAreaRight" fmla="*/ 809640 w 809280"/>
                    <a:gd name="textAreaTop" fmla="*/ 360 h 237600"/>
                    <a:gd name="textAreaBottom" fmla="*/ 238320 h 237600"/>
                  </a:gdLst>
                  <a:ahLst/>
                  <a:rect l="textAreaLeft" t="textAreaTop" r="textAreaRight" b="textAreaBottom"/>
                  <a:pathLst>
                    <a:path w="393" h="150">
                      <a:moveTo>
                        <a:pt x="0" y="150"/>
                      </a:moveTo>
                      <a:cubicBezTo>
                        <a:pt x="72" y="78"/>
                        <a:pt x="145" y="6"/>
                        <a:pt x="210" y="3"/>
                      </a:cubicBezTo>
                      <a:cubicBezTo>
                        <a:pt x="275" y="0"/>
                        <a:pt x="364" y="110"/>
                        <a:pt x="393" y="131"/>
                      </a:cubicBezTo>
                    </a:path>
                  </a:pathLst>
                </a:custGeom>
                <a:noFill/>
                <a:ln w="317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>
                    <a:lnSpc>
                      <a:spcPct val="100000"/>
                    </a:lnSpc>
                  </a:pPr>
                  <a:endParaRPr b="1" lang="it-IT" sz="2800" spc="-1" strike="noStrike">
                    <a:solidFill>
                      <a:schemeClr val="dk1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715" name="Line 36"/>
          <p:cNvSpPr/>
          <p:nvPr/>
        </p:nvSpPr>
        <p:spPr>
          <a:xfrm>
            <a:off x="4557600" y="3744720"/>
            <a:ext cx="360" cy="1001880"/>
          </a:xfrm>
          <a:prstGeom prst="line">
            <a:avLst/>
          </a:prstGeom>
          <a:ln w="31750">
            <a:solidFill>
              <a:srgbClr val="ff99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6" name="Line 37"/>
          <p:cNvSpPr/>
          <p:nvPr/>
        </p:nvSpPr>
        <p:spPr>
          <a:xfrm>
            <a:off x="6065640" y="3743280"/>
            <a:ext cx="360" cy="1001520"/>
          </a:xfrm>
          <a:prstGeom prst="line">
            <a:avLst/>
          </a:prstGeom>
          <a:ln w="31750">
            <a:solidFill>
              <a:srgbClr val="ff99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7" name="Line 38"/>
          <p:cNvSpPr/>
          <p:nvPr/>
        </p:nvSpPr>
        <p:spPr>
          <a:xfrm>
            <a:off x="4557600" y="4512960"/>
            <a:ext cx="1495440" cy="360"/>
          </a:xfrm>
          <a:prstGeom prst="line">
            <a:avLst/>
          </a:prstGeom>
          <a:ln w="41275">
            <a:solidFill>
              <a:srgbClr val="ff99cc"/>
            </a:solidFill>
            <a:round/>
            <a:headEnd len="lg" type="stealth" w="lg"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8" name="Text Box 39"/>
          <p:cNvSpPr/>
          <p:nvPr/>
        </p:nvSpPr>
        <p:spPr>
          <a:xfrm>
            <a:off x="4964040" y="4532400"/>
            <a:ext cx="610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3200" spc="-1" strike="noStrike">
                <a:solidFill>
                  <a:srgbClr val="ff99cc"/>
                </a:solidFill>
                <a:latin typeface="Symbol"/>
              </a:rPr>
              <a:t>l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9" name="Text Box 40"/>
          <p:cNvSpPr/>
          <p:nvPr/>
        </p:nvSpPr>
        <p:spPr>
          <a:xfrm>
            <a:off x="2311560" y="5443560"/>
            <a:ext cx="46591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6000" spc="-1" strike="noStrike">
                <a:solidFill>
                  <a:srgbClr val="ff99cc"/>
                </a:solidFill>
                <a:latin typeface="Symbol"/>
              </a:rPr>
              <a:t>l</a:t>
            </a:r>
            <a:r>
              <a:rPr b="1" lang="it-IT" sz="6000" spc="-1" strike="noStrike">
                <a:solidFill>
                  <a:srgbClr val="ff99cc"/>
                </a:solidFill>
                <a:latin typeface="Times New Roman"/>
              </a:rPr>
              <a:t>/</a:t>
            </a:r>
            <a:r>
              <a:rPr b="1" i="1" lang="it-IT" sz="6000" spc="-1" strike="noStrike">
                <a:solidFill>
                  <a:srgbClr val="ff99cc"/>
                </a:solidFill>
                <a:latin typeface="Times New Roman"/>
              </a:rPr>
              <a:t>T </a:t>
            </a:r>
            <a:r>
              <a:rPr b="1" lang="it-IT" sz="6000" spc="-1" strike="noStrike">
                <a:solidFill>
                  <a:srgbClr val="ff99cc"/>
                </a:solidFill>
                <a:latin typeface="Times New Roman"/>
              </a:rPr>
              <a:t>= </a:t>
            </a:r>
            <a:r>
              <a:rPr b="1" i="1" lang="it-IT" sz="6000" spc="-1" strike="noStrike">
                <a:solidFill>
                  <a:srgbClr val="ff99cc"/>
                </a:solidFill>
                <a:latin typeface="Symbol"/>
              </a:rPr>
              <a:t>l</a:t>
            </a:r>
            <a:r>
              <a:rPr b="1" i="1" lang="it-IT" sz="6000" spc="-1" strike="noStrike">
                <a:solidFill>
                  <a:srgbClr val="ff99cc"/>
                </a:solidFill>
                <a:latin typeface="Times New Roman"/>
              </a:rPr>
              <a:t>f = v</a:t>
            </a:r>
            <a:endParaRPr b="0" lang="it-IT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" dur="indefinite" restart="never" nodeType="tmRoot">
          <p:childTnLst>
            <p:seq>
              <p:cTn id="84" dur="indefinite" nodeType="mainSeq">
                <p:childTnLst>
                  <p:par>
                    <p:cTn id="85" nodeType="clickEffect" fill="hold">
                      <p:stCondLst>
                        <p:cond delay="0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100" fill="hold"/>
                                        <p:tgtEl>
                                          <p:spTgt spid="26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 L 0.65052 0.00093 E">
                                      <p:cBhvr>
                                        <p:cTn id="94" dur="2000" fill="hold"/>
                                        <p:tgtEl>
                                          <p:spTgt spid="26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 evt="end">
                                              <p:tn val="93"/>
                                            </p:cond>
                                          </p:stCondLst>
                                        </p:cTn>
                                        <p:tgtEl>
                                          <p:spTgt spid="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autoRev="1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8" dur="100" fill="hold"/>
                                        <p:tgtEl>
                                          <p:spTgt spid="26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nodeType="afterEffect" fill="hold">
                            <p:stCondLst>
                              <p:cond delay="2200"/>
                            </p:stCondLst>
                            <p:childTnLst>
                              <p:par>
                                <p:cTn id="100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100" fill="hold"/>
                                        <p:tgtEl>
                                          <p:spTgt spid="268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nodeType="afterEffect" fill="hold">
                            <p:stCondLst>
                              <p:cond delay="2400"/>
                            </p:stCondLst>
                            <p:childTnLst>
                              <p:par>
                                <p:cTn id="105" nodeType="afterEffect" fill="remove" presetClass="path" presetID="63" repeatCount="400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21965E-006 L 1 0.00092 E">
                                      <p:cBhvr>
                                        <p:cTn id="106" dur="2000" fill="hold"/>
                                        <p:tgtEl>
                                          <p:spTgt spid="2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nodeType="afterEffect" fill="hold">
                            <p:stCondLst>
                              <p:cond delay="10400"/>
                            </p:stCondLst>
                            <p:childTnLst>
                              <p:par>
                                <p:cTn id="108" autoRev="1" nodeType="after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09" dur="100" fill="hold"/>
                                        <p:tgtEl>
                                          <p:spTgt spid="268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nodeType="afterEffect" fill="hold">
                            <p:stCondLst>
                              <p:cond delay="10600"/>
                            </p:stCondLst>
                            <p:childTnLst>
                              <p:par>
                                <p:cTn id="111" nodeType="afterEffect" fill="remove" presetClass="path" presetID="63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Motion origin="layout" path="M 0 -4.81481E-006 L 1.00313 -4.81481E-006 E">
                                      <p:cBhvr>
                                        <p:cTn id="112" dur="2000" fill="hold"/>
                                        <p:tgtEl>
                                          <p:spTgt spid="2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22" presetSubtype="8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5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nodeType="afterEffect" fill="hold">
                            <p:stCondLst>
                              <p:cond delay="12600"/>
                            </p:stCondLst>
                            <p:childTnLst>
                              <p:par>
                                <p:cTn id="117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26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nodeType="clickEffect" fill="hold">
                      <p:stCondLst>
                        <p:cond delay="indefinite"/>
                      </p:stCondLst>
                      <p:childTnLst>
                        <p:par>
                          <p:cTn id="1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23" dur="500"/>
                                        <p:tgtEl>
                                          <p:spTgt spid="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26" dur="500"/>
                                        <p:tgtEl>
                                          <p:spTgt spid="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29" dur="500"/>
                                        <p:tgtEl>
                                          <p:spTgt spid="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32" dur="500"/>
                                        <p:tgtEl>
                                          <p:spTgt spid="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3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38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39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140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Light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1" name="PlaceHolder 2"/>
          <p:cNvSpPr>
            <a:spLocks noGrp="1"/>
          </p:cNvSpPr>
          <p:nvPr>
            <p:ph/>
          </p:nvPr>
        </p:nvSpPr>
        <p:spPr>
          <a:xfrm>
            <a:off x="457200" y="1628640"/>
            <a:ext cx="1628280" cy="103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1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Waves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2" name="Text Box 4"/>
          <p:cNvSpPr/>
          <p:nvPr/>
        </p:nvSpPr>
        <p:spPr>
          <a:xfrm>
            <a:off x="2181600" y="1625760"/>
            <a:ext cx="1850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particles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3" name="Text Box 5"/>
          <p:cNvSpPr/>
          <p:nvPr/>
        </p:nvSpPr>
        <p:spPr>
          <a:xfrm>
            <a:off x="3715560" y="1628640"/>
            <a:ext cx="371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?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4" name="Text Box 6"/>
          <p:cNvSpPr/>
          <p:nvPr/>
        </p:nvSpPr>
        <p:spPr>
          <a:xfrm>
            <a:off x="229320" y="2963880"/>
            <a:ext cx="4039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it-IT" sz="3200" spc="-1" strike="noStrike">
                <a:solidFill>
                  <a:schemeClr val="dk1"/>
                </a:solidFill>
                <a:latin typeface="Garamond"/>
              </a:rPr>
              <a:t>reflection, refraction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5" name="Text Box 7"/>
          <p:cNvSpPr/>
          <p:nvPr/>
        </p:nvSpPr>
        <p:spPr>
          <a:xfrm>
            <a:off x="2055240" y="2997360"/>
            <a:ext cx="1944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it-IT" sz="3200" spc="-1" strike="noStrike">
                <a:solidFill>
                  <a:schemeClr val="dk1"/>
                </a:solidFill>
                <a:latin typeface="Garamond"/>
              </a:rPr>
              <a:t>shadows 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26" name="Picture 8" descr=""/>
          <p:cNvPicPr/>
          <p:nvPr/>
        </p:nvPicPr>
        <p:blipFill>
          <a:blip r:embed="rId2"/>
          <a:stretch/>
        </p:blipFill>
        <p:spPr>
          <a:xfrm>
            <a:off x="3419640" y="4005360"/>
            <a:ext cx="3241440" cy="2592000"/>
          </a:xfrm>
          <a:prstGeom prst="rect">
            <a:avLst/>
          </a:prstGeom>
          <a:ln w="0">
            <a:noFill/>
          </a:ln>
        </p:spPr>
      </p:pic>
      <p:pic>
        <p:nvPicPr>
          <p:cNvPr id="2727" name="Picture 9" descr=""/>
          <p:cNvPicPr/>
          <p:nvPr/>
        </p:nvPicPr>
        <p:blipFill>
          <a:blip r:embed="rId3"/>
          <a:stretch/>
        </p:blipFill>
        <p:spPr>
          <a:xfrm>
            <a:off x="684360" y="4149720"/>
            <a:ext cx="2087280" cy="2087280"/>
          </a:xfrm>
          <a:prstGeom prst="rect">
            <a:avLst/>
          </a:prstGeom>
          <a:ln w="0">
            <a:noFill/>
          </a:ln>
        </p:spPr>
      </p:pic>
      <p:sp>
        <p:nvSpPr>
          <p:cNvPr id="2728" name="Line 10"/>
          <p:cNvSpPr/>
          <p:nvPr/>
        </p:nvSpPr>
        <p:spPr>
          <a:xfrm>
            <a:off x="1331640" y="2205000"/>
            <a:ext cx="360" cy="718920"/>
          </a:xfrm>
          <a:prstGeom prst="line">
            <a:avLst/>
          </a:prstGeom>
          <a:ln w="57150">
            <a:solidFill>
              <a:srgbClr val="ffffff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9" name="Line 11"/>
          <p:cNvSpPr/>
          <p:nvPr/>
        </p:nvSpPr>
        <p:spPr>
          <a:xfrm>
            <a:off x="2916000" y="2205000"/>
            <a:ext cx="360" cy="718920"/>
          </a:xfrm>
          <a:prstGeom prst="line">
            <a:avLst/>
          </a:prstGeom>
          <a:ln w="57150">
            <a:solidFill>
              <a:srgbClr val="ffffff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30" name="Picture 12" descr=""/>
          <p:cNvPicPr/>
          <p:nvPr/>
        </p:nvPicPr>
        <p:blipFill>
          <a:blip r:embed="rId4"/>
          <a:stretch/>
        </p:blipFill>
        <p:spPr>
          <a:xfrm>
            <a:off x="4859280" y="3141720"/>
            <a:ext cx="2249280" cy="2249280"/>
          </a:xfrm>
          <a:prstGeom prst="rect">
            <a:avLst/>
          </a:prstGeom>
          <a:ln w="0">
            <a:noFill/>
          </a:ln>
        </p:spPr>
      </p:pic>
      <p:pic>
        <p:nvPicPr>
          <p:cNvPr id="2731" name="Picture 13" descr=""/>
          <p:cNvPicPr/>
          <p:nvPr/>
        </p:nvPicPr>
        <p:blipFill>
          <a:blip r:embed="rId5"/>
          <a:stretch/>
        </p:blipFill>
        <p:spPr>
          <a:xfrm>
            <a:off x="755640" y="4508640"/>
            <a:ext cx="2603160" cy="1539360"/>
          </a:xfrm>
          <a:prstGeom prst="rect">
            <a:avLst/>
          </a:prstGeom>
          <a:ln w="0">
            <a:noFill/>
          </a:ln>
        </p:spPr>
      </p:pic>
      <p:sp>
        <p:nvSpPr>
          <p:cNvPr id="2732" name="Text Box 14"/>
          <p:cNvSpPr/>
          <p:nvPr/>
        </p:nvSpPr>
        <p:spPr>
          <a:xfrm>
            <a:off x="1838880" y="1625760"/>
            <a:ext cx="604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or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3" name="Text Box 15"/>
          <p:cNvSpPr/>
          <p:nvPr/>
        </p:nvSpPr>
        <p:spPr>
          <a:xfrm>
            <a:off x="1949040" y="1643040"/>
            <a:ext cx="408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3200" spc="-1" strike="noStrike">
                <a:solidFill>
                  <a:schemeClr val="dk1"/>
                </a:solidFill>
                <a:latin typeface="Garamond"/>
              </a:rPr>
              <a:t>+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4" name="Text Box 18"/>
          <p:cNvSpPr/>
          <p:nvPr/>
        </p:nvSpPr>
        <p:spPr>
          <a:xfrm>
            <a:off x="755640" y="3006720"/>
            <a:ext cx="7048080" cy="30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Electromagnetic and quantum theory are in perfect agreement if we assume that the amplitude of a field (electric or magnetic) at a certain point and at a certain instant is proportional to the probability (wave function) of finding a photon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nodeType="clickEffect" fill="hold">
                      <p:stCondLst>
                        <p:cond delay="indefinite"/>
                      </p:stCondLst>
                      <p:childTnLst>
                        <p:par>
                          <p:cTn id="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7" dur="5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0" dur="5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3" dur="5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58" dur="5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1" dur="5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nodeType="after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5" dur="1000" fill="hold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" dur="1000" fill="hold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1000" fill="hold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1000" fill="hold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1" dur="1000" fill="hold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" dur="1000" fill="hold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3" dur="1000" fill="hold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" dur="1000" fill="hold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78" dur="10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9" dur="1000"/>
                                        <p:tgtEl>
                                          <p:spTgt spid="2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" dur="100"/>
                                        <p:tgtEl>
                                          <p:spTgt spid="2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4" dur="10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5" dur="1000"/>
                                        <p:tgtEl>
                                          <p:spTgt spid="2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100"/>
                                        <p:tgtEl>
                                          <p:spTgt spid="2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7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0" dur="1000"/>
                                        <p:tgtEl>
                                          <p:spTgt spid="2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1" dur="1000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" dur="100"/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6" dur="10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7" dur="1000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" dur="100"/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03" dur="5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06" dur="5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nodeType="after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0" dur="1000" fill="hold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" dur="1000" fill="hold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" dur="1000" fill="hold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1000" fill="hold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6" dur="1000" fill="hold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" dur="1000" fill="hold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" dur="1000" fill="hold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" dur="1000" fill="hold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nodeType="clickEffect" fill="hold">
                      <p:stCondLst>
                        <p:cond delay="indefinite"/>
                      </p:stCondLst>
                      <p:childTnLst>
                        <p:par>
                          <p:cTn id="2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23" dur="1000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4" dur="1000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100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29" dur="1000"/>
                                        <p:tgtEl>
                                          <p:spTgt spid="2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0" dur="1000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" dur="100"/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2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35" dur="10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6" dur="1000"/>
                                        <p:tgtEl>
                                          <p:spTgt spid="2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7" dur="100"/>
                                        <p:tgtEl>
                                          <p:spTgt spid="2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8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41" dur="10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2" dur="1000"/>
                                        <p:tgtEl>
                                          <p:spTgt spid="2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3" dur="100"/>
                                        <p:tgtEl>
                                          <p:spTgt spid="2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4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nodeType="clickEffect" fill="hold">
                      <p:stCondLst>
                        <p:cond delay="indefinite"/>
                      </p:stCondLst>
                      <p:childTnLst>
                        <p:par>
                          <p:cTn id="2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49" dur="10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0" dur="1000"/>
                                        <p:tgtEl>
                                          <p:spTgt spid="2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100"/>
                                        <p:tgtEl>
                                          <p:spTgt spid="2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2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55" dur="10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6" dur="1000"/>
                                        <p:tgtEl>
                                          <p:spTgt spid="2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100"/>
                                        <p:tgtEl>
                                          <p:spTgt spid="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2" dur="1000" fill="hold"/>
                                        <p:tgtEl>
                                          <p:spTgt spid="2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1000" fill="hold"/>
                                        <p:tgtEl>
                                          <p:spTgt spid="2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nodeType="clickEffect" fill="hold">
                      <p:stCondLst>
                        <p:cond delay="indefinite"/>
                      </p:stCondLst>
                      <p:childTnLst>
                        <p:par>
                          <p:cTn id="2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8" dur="500"/>
                                        <p:tgtEl>
                                          <p:spTgt spid="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Light properties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3250800" cy="103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1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Reflection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7" name="Rectangle 4"/>
          <p:cNvSpPr/>
          <p:nvPr/>
        </p:nvSpPr>
        <p:spPr>
          <a:xfrm>
            <a:off x="3492360" y="4005360"/>
            <a:ext cx="2158560" cy="1655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8" name="Line 5"/>
          <p:cNvSpPr/>
          <p:nvPr/>
        </p:nvSpPr>
        <p:spPr>
          <a:xfrm>
            <a:off x="3348000" y="2707920"/>
            <a:ext cx="1224000" cy="1297080"/>
          </a:xfrm>
          <a:prstGeom prst="line">
            <a:avLst/>
          </a:prstGeom>
          <a:ln w="5715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9" name="Line 6"/>
          <p:cNvSpPr/>
          <p:nvPr/>
        </p:nvSpPr>
        <p:spPr>
          <a:xfrm flipV="1">
            <a:off x="4572000" y="2707920"/>
            <a:ext cx="1223640" cy="1297080"/>
          </a:xfrm>
          <a:prstGeom prst="line">
            <a:avLst/>
          </a:prstGeom>
          <a:ln w="5715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0" name="Line 7"/>
          <p:cNvSpPr/>
          <p:nvPr/>
        </p:nvSpPr>
        <p:spPr>
          <a:xfrm>
            <a:off x="4572000" y="2420640"/>
            <a:ext cx="360" cy="3961080"/>
          </a:xfrm>
          <a:prstGeom prst="line">
            <a:avLst/>
          </a:prstGeom>
          <a:ln w="25400">
            <a:solidFill>
              <a:srgbClr val="ffcc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1" name="Line 8"/>
          <p:cNvSpPr/>
          <p:nvPr/>
        </p:nvSpPr>
        <p:spPr>
          <a:xfrm>
            <a:off x="4572000" y="4005000"/>
            <a:ext cx="360" cy="1584360"/>
          </a:xfrm>
          <a:prstGeom prst="line">
            <a:avLst/>
          </a:prstGeom>
          <a:ln w="25400">
            <a:solidFill>
              <a:srgbClr val="00008a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2" name="Freeform 9"/>
          <p:cNvSpPr/>
          <p:nvPr/>
        </p:nvSpPr>
        <p:spPr>
          <a:xfrm>
            <a:off x="4067280" y="3141720"/>
            <a:ext cx="504360" cy="286920"/>
          </a:xfrm>
          <a:custGeom>
            <a:avLst/>
            <a:gdLst>
              <a:gd name="textAreaLeft" fmla="*/ 0 w 504360"/>
              <a:gd name="textAreaRight" fmla="*/ 504720 w 504360"/>
              <a:gd name="textAreaTop" fmla="*/ 0 h 286920"/>
              <a:gd name="textAreaBottom" fmla="*/ 287280 h 286920"/>
            </a:gdLst>
            <a:ahLst/>
            <a:rect l="textAreaLeft" t="textAreaTop" r="textAreaRight" b="textAreaBottom"/>
            <a:pathLst>
              <a:path w="318" h="181">
                <a:moveTo>
                  <a:pt x="0" y="181"/>
                </a:moveTo>
                <a:cubicBezTo>
                  <a:pt x="42" y="128"/>
                  <a:pt x="84" y="75"/>
                  <a:pt x="137" y="45"/>
                </a:cubicBezTo>
                <a:cubicBezTo>
                  <a:pt x="190" y="15"/>
                  <a:pt x="254" y="7"/>
                  <a:pt x="318" y="0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3" name="Freeform 10"/>
          <p:cNvSpPr/>
          <p:nvPr/>
        </p:nvSpPr>
        <p:spPr>
          <a:xfrm flipH="1">
            <a:off x="4571280" y="3141720"/>
            <a:ext cx="504360" cy="286920"/>
          </a:xfrm>
          <a:custGeom>
            <a:avLst/>
            <a:gdLst>
              <a:gd name="textAreaLeft" fmla="*/ -360 w 504360"/>
              <a:gd name="textAreaRight" fmla="*/ 504360 w 504360"/>
              <a:gd name="textAreaTop" fmla="*/ 0 h 286920"/>
              <a:gd name="textAreaBottom" fmla="*/ 287280 h 286920"/>
            </a:gdLst>
            <a:ahLst/>
            <a:rect l="textAreaLeft" t="textAreaTop" r="textAreaRight" b="textAreaBottom"/>
            <a:pathLst>
              <a:path w="318" h="181">
                <a:moveTo>
                  <a:pt x="0" y="181"/>
                </a:moveTo>
                <a:cubicBezTo>
                  <a:pt x="42" y="128"/>
                  <a:pt x="84" y="75"/>
                  <a:pt x="137" y="45"/>
                </a:cubicBezTo>
                <a:cubicBezTo>
                  <a:pt x="190" y="15"/>
                  <a:pt x="254" y="7"/>
                  <a:pt x="318" y="0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4" name="Text Box 11"/>
          <p:cNvSpPr/>
          <p:nvPr/>
        </p:nvSpPr>
        <p:spPr>
          <a:xfrm>
            <a:off x="3778920" y="2430360"/>
            <a:ext cx="4737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i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5" name="Text Box 12"/>
          <p:cNvSpPr/>
          <p:nvPr/>
        </p:nvSpPr>
        <p:spPr>
          <a:xfrm>
            <a:off x="4859280" y="2421000"/>
            <a:ext cx="5760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r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6" name="Text Box 13"/>
          <p:cNvSpPr/>
          <p:nvPr/>
        </p:nvSpPr>
        <p:spPr>
          <a:xfrm>
            <a:off x="6730200" y="3068640"/>
            <a:ext cx="13575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i</a:t>
            </a: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 = </a:t>
            </a: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r</a:t>
            </a:r>
            <a:r>
              <a:rPr b="0" lang="it-IT" sz="3200" spc="-1" strike="noStrike">
                <a:solidFill>
                  <a:schemeClr val="dk1"/>
                </a:solidFill>
                <a:latin typeface="Garamond"/>
              </a:rPr>
              <a:t> 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7" name="Rectangle 14"/>
          <p:cNvSpPr/>
          <p:nvPr/>
        </p:nvSpPr>
        <p:spPr>
          <a:xfrm>
            <a:off x="539640" y="5373720"/>
            <a:ext cx="325080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2"/>
              </a:buBlip>
            </a:pPr>
            <a:r>
              <a:rPr b="0" lang="it-IT" sz="3200" spc="-1" strike="noStrike">
                <a:solidFill>
                  <a:schemeClr val="dk1"/>
                </a:solidFill>
                <a:latin typeface="Arial"/>
              </a:rPr>
              <a:t>Refraction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8" name="Line 15"/>
          <p:cNvSpPr/>
          <p:nvPr/>
        </p:nvSpPr>
        <p:spPr>
          <a:xfrm>
            <a:off x="4572000" y="4005000"/>
            <a:ext cx="431640" cy="1728720"/>
          </a:xfrm>
          <a:prstGeom prst="line">
            <a:avLst/>
          </a:prstGeom>
          <a:ln w="5715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9" name="Freeform 16"/>
          <p:cNvSpPr/>
          <p:nvPr/>
        </p:nvSpPr>
        <p:spPr>
          <a:xfrm flipH="1" flipV="1">
            <a:off x="4571280" y="4869000"/>
            <a:ext cx="215640" cy="144000"/>
          </a:xfrm>
          <a:custGeom>
            <a:avLst/>
            <a:gdLst>
              <a:gd name="textAreaLeft" fmla="*/ -360 w 215640"/>
              <a:gd name="textAreaRight" fmla="*/ 215640 w 215640"/>
              <a:gd name="textAreaTop" fmla="*/ 360 h 144000"/>
              <a:gd name="textAreaBottom" fmla="*/ 144720 h 144000"/>
            </a:gdLst>
            <a:ahLst/>
            <a:rect l="textAreaLeft" t="textAreaTop" r="textAreaRight" b="textAreaBottom"/>
            <a:pathLst>
              <a:path w="318" h="181">
                <a:moveTo>
                  <a:pt x="0" y="181"/>
                </a:moveTo>
                <a:cubicBezTo>
                  <a:pt x="42" y="128"/>
                  <a:pt x="84" y="75"/>
                  <a:pt x="137" y="45"/>
                </a:cubicBezTo>
                <a:cubicBezTo>
                  <a:pt x="190" y="15"/>
                  <a:pt x="254" y="7"/>
                  <a:pt x="318" y="0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0" name="Text Box 17"/>
          <p:cNvSpPr/>
          <p:nvPr/>
        </p:nvSpPr>
        <p:spPr>
          <a:xfrm>
            <a:off x="4932360" y="4653000"/>
            <a:ext cx="5760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lt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lt1"/>
                </a:solidFill>
                <a:latin typeface="Garamond"/>
              </a:rPr>
              <a:t>t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1" name="Text Box 18"/>
          <p:cNvSpPr/>
          <p:nvPr/>
        </p:nvSpPr>
        <p:spPr>
          <a:xfrm>
            <a:off x="5796360" y="4865760"/>
            <a:ext cx="325512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dk1"/>
                </a:solidFill>
                <a:latin typeface="Garamond"/>
              </a:rPr>
              <a:t>1</a:t>
            </a:r>
            <a:r>
              <a:rPr b="1" lang="it-IT" sz="3200" spc="-1" strike="noStrike">
                <a:solidFill>
                  <a:schemeClr val="dk1"/>
                </a:solidFill>
                <a:latin typeface="Garamond"/>
              </a:rPr>
              <a:t>sin</a:t>
            </a: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i</a:t>
            </a:r>
            <a:r>
              <a:rPr b="1" lang="it-IT" sz="3200" spc="-1" strike="noStrike">
                <a:solidFill>
                  <a:schemeClr val="dk1"/>
                </a:solidFill>
                <a:latin typeface="Garamond"/>
              </a:rPr>
              <a:t> = </a:t>
            </a: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dk1"/>
                </a:solidFill>
                <a:latin typeface="Garamond"/>
              </a:rPr>
              <a:t>2</a:t>
            </a:r>
            <a:r>
              <a:rPr b="1" lang="it-IT" sz="3200" spc="-1" strike="noStrike">
                <a:solidFill>
                  <a:schemeClr val="dk1"/>
                </a:solidFill>
                <a:latin typeface="Garamond"/>
              </a:rPr>
              <a:t>sin</a:t>
            </a:r>
            <a:r>
              <a:rPr b="1" i="1" lang="it-IT" sz="3200" spc="-1" strike="noStrike">
                <a:solidFill>
                  <a:schemeClr val="dk1"/>
                </a:solidFill>
                <a:latin typeface="Symbol"/>
              </a:rPr>
              <a:t>q</a:t>
            </a:r>
            <a:r>
              <a:rPr b="1" i="1" lang="it-IT" sz="3200" spc="-1" strike="noStrike" baseline="-25000">
                <a:solidFill>
                  <a:schemeClr val="dk1"/>
                </a:solidFill>
                <a:latin typeface="Garamond"/>
              </a:rPr>
              <a:t>t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2" name="Text Box 19"/>
          <p:cNvSpPr/>
          <p:nvPr/>
        </p:nvSpPr>
        <p:spPr>
          <a:xfrm>
            <a:off x="2881800" y="3213000"/>
            <a:ext cx="5835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dk1"/>
                </a:solidFill>
                <a:latin typeface="Garamond"/>
              </a:rPr>
              <a:t>1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3" name="Text Box 20"/>
          <p:cNvSpPr/>
          <p:nvPr/>
        </p:nvSpPr>
        <p:spPr>
          <a:xfrm>
            <a:off x="3538800" y="4149720"/>
            <a:ext cx="5835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lt1"/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lt1"/>
                </a:solidFill>
                <a:latin typeface="Garamond"/>
              </a:rPr>
              <a:t>2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54" name="Picture 21" descr=""/>
          <p:cNvPicPr/>
          <p:nvPr/>
        </p:nvPicPr>
        <p:blipFill>
          <a:blip r:embed="rId3"/>
          <a:stretch/>
        </p:blipFill>
        <p:spPr>
          <a:xfrm>
            <a:off x="539640" y="2924280"/>
            <a:ext cx="1752120" cy="1871280"/>
          </a:xfrm>
          <a:prstGeom prst="rect">
            <a:avLst/>
          </a:prstGeom>
          <a:ln w="0">
            <a:noFill/>
          </a:ln>
        </p:spPr>
      </p:pic>
      <p:sp>
        <p:nvSpPr>
          <p:cNvPr id="2755" name="Oval 22"/>
          <p:cNvSpPr/>
          <p:nvPr/>
        </p:nvSpPr>
        <p:spPr>
          <a:xfrm>
            <a:off x="1692360" y="3141720"/>
            <a:ext cx="502920" cy="574200"/>
          </a:xfrm>
          <a:prstGeom prst="ellipse">
            <a:avLst/>
          </a:prstGeom>
          <a:noFill/>
          <a:ln w="38100">
            <a:solidFill>
              <a:srgbClr val="eaea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6" name="Oval 23"/>
          <p:cNvSpPr/>
          <p:nvPr/>
        </p:nvSpPr>
        <p:spPr>
          <a:xfrm>
            <a:off x="1692360" y="4149720"/>
            <a:ext cx="502920" cy="574200"/>
          </a:xfrm>
          <a:prstGeom prst="ellipse">
            <a:avLst/>
          </a:prstGeom>
          <a:noFill/>
          <a:ln w="38100">
            <a:solidFill>
              <a:srgbClr val="eaea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9" dur="indefinite" restart="never" nodeType="tmRoot">
          <p:childTnLst>
            <p:seq>
              <p:cTn id="270" dur="indefinite" nodeType="mainSeq">
                <p:childTnLst>
                  <p:par>
                    <p:cTn id="271" nodeType="clickEffect" fill="hold">
                      <p:stCondLst>
                        <p:cond delay="indefinite"/>
                      </p:stCondLst>
                      <p:childTnLst>
                        <p:par>
                          <p:cTn id="2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5" dur="500"/>
                                        <p:tgtEl>
                                          <p:spTgt spid="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nodeType="clickEffect" fill="hold">
                      <p:stCondLst>
                        <p:cond delay="indefinite"/>
                      </p:stCondLst>
                      <p:childTnLst>
                        <p:par>
                          <p:cTn id="2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280" dur="500"/>
                                        <p:tgtEl>
                                          <p:spTgt spid="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nodeType="after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284"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86" nodeType="after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288" dur="500"/>
                                        <p:tgtEl>
                                          <p:spTgt spid="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nodeType="withEffect" fill="hold" presetClass="entr" presetID="1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Left)" transition="in">
                                      <p:cBhvr additive="repl">
                                        <p:cTn id="291" dur="500"/>
                                        <p:tgtEl>
                                          <p:spTgt spid="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nodeType="withEffect" fill="hold" presetClass="entr" presetID="1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Right)" transition="in">
                                      <p:cBhvr additive="repl">
                                        <p:cTn id="294" dur="5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nodeType="withEffect" fill="hold" presetClass="entr" presetID="1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Top)" transition="in">
                                      <p:cBhvr additive="repl">
                                        <p:cTn id="297" dur="500"/>
                                        <p:tgtEl>
                                          <p:spTgt spid="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300"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nodeType="clickEffect" fill="hold">
                      <p:stCondLst>
                        <p:cond delay="indefinite"/>
                      </p:stCondLst>
                      <p:childTnLst>
                        <p:par>
                          <p:cTn id="3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5" dur="5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nodeType="clickEffect" fill="hold">
                      <p:stCondLst>
                        <p:cond delay="indefinite"/>
                      </p:stCondLst>
                      <p:childTnLst>
                        <p:par>
                          <p:cTn id="3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310" dur="5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3" dur="500"/>
                                        <p:tgtEl>
                                          <p:spTgt spid="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316" dur="5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1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Top)" transition="in">
                                      <p:cBhvr additive="repl">
                                        <p:cTn id="319" dur="500"/>
                                        <p:tgtEl>
                                          <p:spTgt spid="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2" dur="500"/>
                                        <p:tgtEl>
                                          <p:spTgt spid="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5" dur="5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nodeType="clickEffect" fill="hold">
                      <p:stCondLst>
                        <p:cond delay="indefinite"/>
                      </p:stCondLst>
                      <p:childTnLst>
                        <p:par>
                          <p:cTn id="3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30" dur="80"/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31" dur="80"/>
                                        <p:tgtEl>
                                          <p:spTgt spid="2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2" dur="80"/>
                                        <p:tgtEl>
                                          <p:spTgt spid="2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nodeType="clickEffect" fill="hold">
                      <p:stCondLst>
                        <p:cond delay="indefinite"/>
                      </p:stCondLst>
                      <p:childTnLst>
                        <p:par>
                          <p:cTn id="3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33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338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9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340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nodeType="clickEffect" fill="hold">
                      <p:stCondLst>
                        <p:cond delay="indefinite"/>
                      </p:stCondLst>
                      <p:childTnLst>
                        <p:par>
                          <p:cTn id="3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5" dur="1000" fill="hold"/>
                                        <p:tgtEl>
                                          <p:spTgt spid="2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6" dur="1000" fill="hold"/>
                                        <p:tgtEl>
                                          <p:spTgt spid="2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7" dur="1000" fill="hold"/>
                                        <p:tgtEl>
                                          <p:spTgt spid="2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8" dur="1000" fill="hold"/>
                                        <p:tgtEl>
                                          <p:spTgt spid="2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5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1" dur="1000" fill="hold"/>
                                        <p:tgtEl>
                                          <p:spTgt spid="2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2" dur="1000" fill="hold"/>
                                        <p:tgtEl>
                                          <p:spTgt spid="2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3" dur="1000" fill="hold"/>
                                        <p:tgtEl>
                                          <p:spTgt spid="2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4" dur="1000" fill="hold"/>
                                        <p:tgtEl>
                                          <p:spTgt spid="2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clickEffect" fill="hold">
                      <p:stCondLst>
                        <p:cond delay="indefinite"/>
                      </p:stCondLst>
                      <p:childTnLst>
                        <p:par>
                          <p:cTn id="3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9" dur="500" fill="hold"/>
                                        <p:tgtEl>
                                          <p:spTgt spid="2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0" dur="500" fill="hold"/>
                                        <p:tgtEl>
                                          <p:spTgt spid="2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nodeType="clickEffect" fill="hold">
                      <p:stCondLst>
                        <p:cond delay="indefinite"/>
                      </p:stCondLst>
                      <p:childTnLst>
                        <p:par>
                          <p:cTn id="3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5" dur="5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67" nodeType="afterEffect" fill="hold" presetClass="emph" presetID="21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Clr clrSpc="hsl" dir="cw">
                                      <p:cBhvr>
                                        <p:cTn id="368" dur="500" fill="hold"/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9" dur="500" fill="hold"/>
                                        <p:tgtEl>
                                          <p:spTgt spid="2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0" dur="500" fill="hold"/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set>
                                      <p:cBhvr>
                                        <p:cTn id="371" dur="500" fill="hold"/>
                                        <p:tgtEl>
                                          <p:spTgt spid="2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nodeType="clickEffect" fill="hold">
                      <p:stCondLst>
                        <p:cond delay="indefinite"/>
                      </p:stCondLst>
                      <p:childTnLst>
                        <p:par>
                          <p:cTn id="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75" dur="5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9" dur="5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81" nodeType="afterEffect" fill="hold" presetClass="emph" presetID="21" repeatCount="indefinite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2" dur="5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3" dur="5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4" dur="5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set>
                                      <p:cBhvr>
                                        <p:cTn id="385" dur="5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Refractive indices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758" name="Group 3"/>
          <p:cNvGraphicFramePr/>
          <p:nvPr/>
        </p:nvGraphicFramePr>
        <p:xfrm>
          <a:off x="365040" y="231840"/>
          <a:ext cx="207720" cy="7459560"/>
        </p:xfrm>
        <a:graphic>
          <a:graphicData uri="http://schemas.openxmlformats.org/drawingml/2006/table">
            <a:tbl>
              <a:tblPr/>
              <a:tblGrid>
                <a:gridCol w="207720"/>
              </a:tblGrid>
              <a:tr h="745956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algn="l" pos="0"/>
                        </a:tabLst>
                      </a:pPr>
                      <a:endParaRPr b="0" lang="it-IT" sz="2800" spc="-1" strike="noStrike">
                        <a:solidFill>
                          <a:schemeClr val="dk1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59" name="Picture 9" descr=""/>
          <p:cNvPicPr/>
          <p:nvPr/>
        </p:nvPicPr>
        <p:blipFill>
          <a:blip r:embed="rId1"/>
          <a:stretch/>
        </p:blipFill>
        <p:spPr>
          <a:xfrm>
            <a:off x="538200" y="-87480"/>
            <a:ext cx="18720" cy="47160"/>
          </a:xfrm>
          <a:prstGeom prst="rect">
            <a:avLst/>
          </a:prstGeom>
          <a:ln w="0">
            <a:noFill/>
          </a:ln>
        </p:spPr>
      </p:pic>
      <p:sp>
        <p:nvSpPr>
          <p:cNvPr id="2760" name="Text Box 10"/>
          <p:cNvSpPr/>
          <p:nvPr/>
        </p:nvSpPr>
        <p:spPr>
          <a:xfrm>
            <a:off x="1816200" y="1424160"/>
            <a:ext cx="62114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3200" spc="-1" strike="noStrike">
              <a:solidFill>
                <a:schemeClr val="dk1"/>
              </a:solidFill>
              <a:latin typeface="Garamond"/>
            </a:endParaRPr>
          </a:p>
        </p:txBody>
      </p:sp>
      <p:graphicFrame>
        <p:nvGraphicFramePr>
          <p:cNvPr id="2761" name="Object 11"/>
          <p:cNvGraphicFramePr/>
          <p:nvPr/>
        </p:nvGraphicFramePr>
        <p:xfrm>
          <a:off x="1979640" y="1413000"/>
          <a:ext cx="11953440" cy="5641560"/>
        </p:xfrm>
        <a:graphic>
          <a:graphicData uri="http://schemas.openxmlformats.org/presentationml/2006/ole">
            <p:oleObj progId="Word.Document.8" r:id="rId2" spid="">
              <p:embed/>
              <p:pic>
                <p:nvPicPr>
                  <p:cNvPr id="2762" name="Object 11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979640" y="1413000"/>
                    <a:ext cx="11953440" cy="56415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Why refraction?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64" name="Picture 3" descr=""/>
          <p:cNvPicPr/>
          <p:nvPr/>
        </p:nvPicPr>
        <p:blipFill>
          <a:blip r:embed="rId1"/>
          <a:stretch/>
        </p:blipFill>
        <p:spPr>
          <a:xfrm>
            <a:off x="-3240" y="1341360"/>
            <a:ext cx="9143640" cy="5516280"/>
          </a:xfrm>
          <a:prstGeom prst="rect">
            <a:avLst/>
          </a:prstGeom>
          <a:ln w="0">
            <a:noFill/>
          </a:ln>
        </p:spPr>
      </p:pic>
      <p:sp>
        <p:nvSpPr>
          <p:cNvPr id="2765" name="Text Box 4"/>
          <p:cNvSpPr/>
          <p:nvPr/>
        </p:nvSpPr>
        <p:spPr>
          <a:xfrm>
            <a:off x="7645320" y="1614600"/>
            <a:ext cx="12495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accent3">
                    <a:lumMod val="50000"/>
                  </a:schemeClr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accent3">
                    <a:lumMod val="50000"/>
                  </a:schemeClr>
                </a:solidFill>
                <a:latin typeface="Garamond"/>
              </a:rPr>
              <a:t>1</a:t>
            </a:r>
            <a:r>
              <a:rPr b="1" lang="it-IT" sz="3200" spc="-1" strike="noStrike">
                <a:solidFill>
                  <a:schemeClr val="accent3">
                    <a:lumMod val="50000"/>
                  </a:schemeClr>
                </a:solidFill>
                <a:latin typeface="Garamond"/>
              </a:rPr>
              <a:t> = 1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6" name="Text Box 5"/>
          <p:cNvSpPr/>
          <p:nvPr/>
        </p:nvSpPr>
        <p:spPr>
          <a:xfrm>
            <a:off x="7524720" y="6162840"/>
            <a:ext cx="161892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lt1">
                    <a:lumMod val="50000"/>
                  </a:schemeClr>
                </a:solidFill>
                <a:latin typeface="Garamond"/>
              </a:rPr>
              <a:t>n</a:t>
            </a:r>
            <a:r>
              <a:rPr b="1" lang="it-IT" sz="3200" spc="-1" strike="noStrike" baseline="-25000">
                <a:solidFill>
                  <a:schemeClr val="lt1">
                    <a:lumMod val="50000"/>
                  </a:schemeClr>
                </a:solidFill>
                <a:latin typeface="Garamond"/>
              </a:rPr>
              <a:t>2</a:t>
            </a:r>
            <a:r>
              <a:rPr b="1" lang="it-IT" sz="3200" spc="-1" strike="noStrike">
                <a:solidFill>
                  <a:schemeClr val="lt1">
                    <a:lumMod val="50000"/>
                  </a:schemeClr>
                </a:solidFill>
                <a:latin typeface="Garamond"/>
              </a:rPr>
              <a:t> = 1,3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7" name="Line 6"/>
          <p:cNvSpPr/>
          <p:nvPr/>
        </p:nvSpPr>
        <p:spPr>
          <a:xfrm>
            <a:off x="2268360" y="1557000"/>
            <a:ext cx="2087640" cy="2305080"/>
          </a:xfrm>
          <a:prstGeom prst="line">
            <a:avLst/>
          </a:prstGeom>
          <a:ln w="5715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8" name="Line 7"/>
          <p:cNvSpPr/>
          <p:nvPr/>
        </p:nvSpPr>
        <p:spPr>
          <a:xfrm flipH="1">
            <a:off x="1834920" y="1341360"/>
            <a:ext cx="1655640" cy="1368360"/>
          </a:xfrm>
          <a:prstGeom prst="line">
            <a:avLst/>
          </a:prstGeom>
          <a:ln w="381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9" name="Line 8"/>
          <p:cNvSpPr/>
          <p:nvPr/>
        </p:nvSpPr>
        <p:spPr>
          <a:xfrm flipH="1">
            <a:off x="2124000" y="1626840"/>
            <a:ext cx="1655640" cy="1368720"/>
          </a:xfrm>
          <a:prstGeom prst="line">
            <a:avLst/>
          </a:prstGeom>
          <a:ln w="381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0" name="Line 9"/>
          <p:cNvSpPr/>
          <p:nvPr/>
        </p:nvSpPr>
        <p:spPr>
          <a:xfrm flipH="1">
            <a:off x="2406600" y="1933560"/>
            <a:ext cx="1655640" cy="1368360"/>
          </a:xfrm>
          <a:prstGeom prst="line">
            <a:avLst/>
          </a:prstGeom>
          <a:ln w="381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1" name="Line 10"/>
          <p:cNvSpPr/>
          <p:nvPr/>
        </p:nvSpPr>
        <p:spPr>
          <a:xfrm flipH="1">
            <a:off x="2687400" y="2212920"/>
            <a:ext cx="1656000" cy="1368360"/>
          </a:xfrm>
          <a:prstGeom prst="line">
            <a:avLst/>
          </a:prstGeom>
          <a:ln w="381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2" name="Line 11"/>
          <p:cNvSpPr/>
          <p:nvPr/>
        </p:nvSpPr>
        <p:spPr>
          <a:xfrm flipH="1">
            <a:off x="2960640" y="2514600"/>
            <a:ext cx="1655640" cy="1368360"/>
          </a:xfrm>
          <a:prstGeom prst="line">
            <a:avLst/>
          </a:prstGeom>
          <a:ln w="381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3" name="Line 12"/>
          <p:cNvSpPr/>
          <p:nvPr/>
        </p:nvSpPr>
        <p:spPr>
          <a:xfrm flipH="1">
            <a:off x="3620880" y="2779560"/>
            <a:ext cx="1295280" cy="1081080"/>
          </a:xfrm>
          <a:prstGeom prst="line">
            <a:avLst/>
          </a:prstGeom>
          <a:ln w="762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4" name="Line 13"/>
          <p:cNvSpPr/>
          <p:nvPr/>
        </p:nvSpPr>
        <p:spPr>
          <a:xfrm flipH="1">
            <a:off x="3130200" y="3860640"/>
            <a:ext cx="505080" cy="1443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5" name="Line 14"/>
          <p:cNvSpPr/>
          <p:nvPr/>
        </p:nvSpPr>
        <p:spPr>
          <a:xfrm flipH="1">
            <a:off x="4356000" y="3125520"/>
            <a:ext cx="879480" cy="735120"/>
          </a:xfrm>
          <a:prstGeom prst="line">
            <a:avLst/>
          </a:prstGeom>
          <a:ln w="762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6" name="Line 15"/>
          <p:cNvSpPr/>
          <p:nvPr/>
        </p:nvSpPr>
        <p:spPr>
          <a:xfrm flipH="1">
            <a:off x="3176280" y="3855960"/>
            <a:ext cx="1170000" cy="36360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7" name="Line 16"/>
          <p:cNvSpPr/>
          <p:nvPr/>
        </p:nvSpPr>
        <p:spPr>
          <a:xfrm flipH="1">
            <a:off x="5016240" y="3452760"/>
            <a:ext cx="498600" cy="430200"/>
          </a:xfrm>
          <a:prstGeom prst="line">
            <a:avLst/>
          </a:prstGeom>
          <a:ln w="762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8" name="Line 17"/>
          <p:cNvSpPr/>
          <p:nvPr/>
        </p:nvSpPr>
        <p:spPr>
          <a:xfrm flipH="1">
            <a:off x="3217680" y="3889080"/>
            <a:ext cx="1779480" cy="54612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9" name="Line 18"/>
          <p:cNvSpPr/>
          <p:nvPr/>
        </p:nvSpPr>
        <p:spPr>
          <a:xfrm flipH="1">
            <a:off x="5678280" y="3763800"/>
            <a:ext cx="150840" cy="123840"/>
          </a:xfrm>
          <a:prstGeom prst="line">
            <a:avLst/>
          </a:prstGeom>
          <a:ln w="76200">
            <a:solidFill>
              <a:srgbClr val="339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0" name="Line 19"/>
          <p:cNvSpPr/>
          <p:nvPr/>
        </p:nvSpPr>
        <p:spPr>
          <a:xfrm flipH="1">
            <a:off x="3274920" y="3890880"/>
            <a:ext cx="2403360" cy="74448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1" name="Line 20"/>
          <p:cNvSpPr/>
          <p:nvPr/>
        </p:nvSpPr>
        <p:spPr>
          <a:xfrm flipH="1">
            <a:off x="3348000" y="392256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2" name="Line 21"/>
          <p:cNvSpPr/>
          <p:nvPr/>
        </p:nvSpPr>
        <p:spPr>
          <a:xfrm flipH="1">
            <a:off x="3420720" y="412884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3" name="Line 22"/>
          <p:cNvSpPr/>
          <p:nvPr/>
        </p:nvSpPr>
        <p:spPr>
          <a:xfrm flipH="1">
            <a:off x="3493800" y="433512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4" name="Line 23"/>
          <p:cNvSpPr/>
          <p:nvPr/>
        </p:nvSpPr>
        <p:spPr>
          <a:xfrm flipH="1">
            <a:off x="3566880" y="4541760"/>
            <a:ext cx="2998800" cy="91260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5" name="Line 24"/>
          <p:cNvSpPr/>
          <p:nvPr/>
        </p:nvSpPr>
        <p:spPr>
          <a:xfrm flipH="1">
            <a:off x="3639960" y="474804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6" name="Line 25"/>
          <p:cNvSpPr/>
          <p:nvPr/>
        </p:nvSpPr>
        <p:spPr>
          <a:xfrm flipH="1">
            <a:off x="3713040" y="495432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7" name="Line 26"/>
          <p:cNvSpPr/>
          <p:nvPr/>
        </p:nvSpPr>
        <p:spPr>
          <a:xfrm flipH="1">
            <a:off x="3786120" y="5160960"/>
            <a:ext cx="2998800" cy="91260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8" name="Line 27"/>
          <p:cNvSpPr/>
          <p:nvPr/>
        </p:nvSpPr>
        <p:spPr>
          <a:xfrm flipH="1">
            <a:off x="3859200" y="5367240"/>
            <a:ext cx="2998800" cy="91260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9" name="Line 28"/>
          <p:cNvSpPr/>
          <p:nvPr/>
        </p:nvSpPr>
        <p:spPr>
          <a:xfrm flipH="1">
            <a:off x="3931920" y="557352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90" name="Line 29"/>
          <p:cNvSpPr/>
          <p:nvPr/>
        </p:nvSpPr>
        <p:spPr>
          <a:xfrm flipH="1">
            <a:off x="4005000" y="5779800"/>
            <a:ext cx="2998800" cy="912960"/>
          </a:xfrm>
          <a:prstGeom prst="line">
            <a:avLst/>
          </a:prstGeom>
          <a:ln w="76200">
            <a:solidFill>
              <a:srgbClr val="ffc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91" name="Line 30"/>
          <p:cNvSpPr/>
          <p:nvPr/>
        </p:nvSpPr>
        <p:spPr>
          <a:xfrm>
            <a:off x="4343400" y="3860640"/>
            <a:ext cx="946080" cy="2784600"/>
          </a:xfrm>
          <a:prstGeom prst="line">
            <a:avLst/>
          </a:prstGeom>
          <a:ln w="57150">
            <a:solidFill>
              <a:srgbClr val="ff00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92" name="Line 31"/>
          <p:cNvSpPr/>
          <p:nvPr/>
        </p:nvSpPr>
        <p:spPr>
          <a:xfrm flipH="1">
            <a:off x="2954160" y="3877920"/>
            <a:ext cx="639720" cy="517680"/>
          </a:xfrm>
          <a:prstGeom prst="line">
            <a:avLst/>
          </a:prstGeom>
          <a:ln cap="rnd" w="76200">
            <a:solidFill>
              <a:srgbClr val="00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93" name="Text Box 32"/>
          <p:cNvSpPr/>
          <p:nvPr/>
        </p:nvSpPr>
        <p:spPr>
          <a:xfrm>
            <a:off x="2195640" y="4165560"/>
            <a:ext cx="651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4800" spc="-1" strike="noStrike">
                <a:solidFill>
                  <a:schemeClr val="folHlink"/>
                </a:solidFill>
                <a:latin typeface="Garamond"/>
              </a:rPr>
              <a:t>?</a:t>
            </a:r>
            <a:endParaRPr b="0" lang="it-IT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94" name="" descr="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19720" y="3276720"/>
            <a:ext cx="304560" cy="30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6" dur="indefinite" restart="never" nodeType="tmRoot">
          <p:childTnLst>
            <p:seq>
              <p:cTn id="387" dur="indefinite" nodeType="mainSeq">
                <p:childTnLst>
                  <p:par>
                    <p:cTn id="388" nodeType="clickEffect" fill="hold">
                      <p:stCondLst>
                        <p:cond delay="indefinite"/>
                      </p:stCondLst>
                      <p:childTnLst>
                        <p:par>
                          <p:cTn id="3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92" dur="500"/>
                                        <p:tgtEl>
                                          <p:spTgt spid="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4" dur="1" fill="hold"/>
                                        <p:tgtEl>
                                          <p:spTgt spid="27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nodeType="clickEffect" fill="hold">
                      <p:stCondLst>
                        <p:cond delay="indefinite"/>
                      </p:stCondLst>
                      <p:childTnLst>
                        <p:par>
                          <p:cTn id="3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399" dur="500"/>
                                        <p:tgtEl>
                                          <p:spTgt spid="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nodeType="clickEffect" fill="hold">
                      <p:stCondLst>
                        <p:cond delay="indefinite"/>
                      </p:stCondLst>
                      <p:childTnLst>
                        <p:par>
                          <p:cTn id="4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4" dur="500"/>
                                        <p:tgtEl>
                                          <p:spTgt spid="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nodeType="clickEffect" fill="hold">
                      <p:stCondLst>
                        <p:cond delay="indefinite"/>
                      </p:stCondLst>
                      <p:childTnLst>
                        <p:par>
                          <p:cTn id="4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13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16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419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nodeType="clickEffect" fill="hold">
                      <p:stCondLst>
                        <p:cond delay="indefinite"/>
                      </p:stCondLst>
                      <p:childTnLst>
                        <p:par>
                          <p:cTn id="4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25" dur="1000"/>
                                        <p:tgtEl>
                                          <p:spTgt spid="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8" dur="500"/>
                                        <p:tgtEl>
                                          <p:spTgt spid="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30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1" dur="500" fill="hold"/>
                                        <p:tgtEl>
                                          <p:spTgt spid="279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nodeType="clickEffect" fill="hold">
                      <p:stCondLst>
                        <p:cond delay="indefinite"/>
                      </p:stCondLst>
                      <p:childTnLst>
                        <p:par>
                          <p:cTn id="4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35" dur="1000"/>
                                        <p:tgtEl>
                                          <p:spTgt spid="2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6" dur="1000"/>
                                        <p:tgtEl>
                                          <p:spTgt spid="2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7" dur="100"/>
                                        <p:tgtEl>
                                          <p:spTgt spid="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8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nodeType="withEffect" fill="hold" presetClass="exit" presetID="18" presetSubtype="12">
                                  <p:stCondLst>
                                    <p:cond delay="0"/>
                                  </p:stCondLst>
                                  <p:childTnLst>
                                    <p:animEffect filter="strips(downLeft)" transition="out">
                                      <p:cBhvr additive="repl">
                                        <p:cTn id="441" dur="1000"/>
                                        <p:tgtEl>
                                          <p:spTgt spid="2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44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46" dur="1000"/>
                                        <p:tgtEl>
                                          <p:spTgt spid="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nodeType="clickEffect" fill="hold">
                      <p:stCondLst>
                        <p:cond delay="indefinite"/>
                      </p:stCondLst>
                      <p:childTnLst>
                        <p:par>
                          <p:cTn id="4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51" dur="500"/>
                                        <p:tgtEl>
                                          <p:spTgt spid="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53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55" dur="500"/>
                                        <p:tgtEl>
                                          <p:spTgt spid="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57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59" dur="500"/>
                                        <p:tgtEl>
                                          <p:spTgt spid="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461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63" dur="500"/>
                                        <p:tgtEl>
                                          <p:spTgt spid="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465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67" dur="500"/>
                                        <p:tgtEl>
                                          <p:spTgt spid="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469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471" dur="500"/>
                                        <p:tgtEl>
                                          <p:spTgt spid="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473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476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479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482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485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488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491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494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497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500" nodeType="afterEffect" fill="hold" presetClass="entr" presetID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nodeType="clickEffect" fill="hold">
                      <p:stCondLst>
                        <p:cond delay="indefinite"/>
                      </p:stCondLst>
                      <p:childTnLst>
                        <p:par>
                          <p:cTn id="5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506" dur="500"/>
                                        <p:tgtEl>
                                          <p:spTgt spid="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8" dur="2268" fill="hold"/>
                                        <p:tgtEl>
                                          <p:spTgt spid="27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10" nodeType="afterEffect" fill="hold" presetClass="emph" presetID="3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11" dur="3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aeaea"/>
                                      </p:to>
                                    </p:animClr>
                                    <p:animClr clrSpc="rgb">
                                      <p:cBhvr>
                                        <p:cTn id="512" dur="3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aeaea"/>
                                      </p:to>
                                    </p:animClr>
                                    <p:set>
                                      <p:cBhvr>
                                        <p:cTn id="513" dur="3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4" dur="30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15" dur="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6" dur="60" fill="hold">
                                          <p:stCondLst>
                                            <p:cond delay="6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7" dur="6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8" dur="60" fill="hold">
                                          <p:stCondLst>
                                            <p:cond delay="18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9" dur="60" fill="hold">
                                          <p:stCondLst>
                                            <p:cond delay="24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showWhenStopped="0">
                <p:cTn>
                  <p:stCondLst>
                    <p:cond delay="indefinite"/>
                  </p:stCondLst>
                  <p:endCondLst>
                    <p:cond delay="0" evt="onPrev"/>
                    <p:cond delay="0" evt="onStopAudio"/>
                  </p:endCondLst>
                </p:cTn>
                <p:tgtEl>
                  <p:spTgt spid="279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PlaceHolder 1"/>
          <p:cNvSpPr>
            <a:spLocks noGrp="1"/>
          </p:cNvSpPr>
          <p:nvPr>
            <p:ph type="title"/>
          </p:nvPr>
        </p:nvSpPr>
        <p:spPr>
          <a:xfrm>
            <a:off x="457200" y="311040"/>
            <a:ext cx="8233920" cy="107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449280">
              <a:lnSpc>
                <a:spcPct val="95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GB" sz="3600" spc="-1" strike="noStrike">
                <a:solidFill>
                  <a:schemeClr val="dk2"/>
                </a:solidFill>
                <a:latin typeface="Arial"/>
              </a:rPr>
              <a:t>Interference: some pretty simple math...</a:t>
            </a:r>
            <a:endParaRPr b="0" lang="it-IT" sz="3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96" name="Picture 3" descr=""/>
          <p:cNvPicPr/>
          <p:nvPr/>
        </p:nvPicPr>
        <p:blipFill>
          <a:blip r:embed="rId1"/>
          <a:stretch/>
        </p:blipFill>
        <p:spPr>
          <a:xfrm>
            <a:off x="73080" y="1800360"/>
            <a:ext cx="3665160" cy="4319280"/>
          </a:xfrm>
          <a:prstGeom prst="rect">
            <a:avLst/>
          </a:prstGeom>
          <a:ln w="0">
            <a:noFill/>
          </a:ln>
        </p:spPr>
      </p:pic>
      <p:sp>
        <p:nvSpPr>
          <p:cNvPr id="2797" name="Text Box 4"/>
          <p:cNvSpPr/>
          <p:nvPr/>
        </p:nvSpPr>
        <p:spPr>
          <a:xfrm>
            <a:off x="4600440" y="5940360"/>
            <a:ext cx="44002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280">
              <a:lnSpc>
                <a:spcPct val="9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i="1" lang="en-GB" sz="4800" spc="-1" strike="noStrike">
                <a:solidFill>
                  <a:srgbClr val="ffff00"/>
                </a:solidFill>
                <a:latin typeface="Times New Roman"/>
              </a:rPr>
              <a:t>a</a:t>
            </a:r>
            <a:r>
              <a:rPr b="0" lang="en-GB" sz="4800" spc="-1" strike="noStrike">
                <a:solidFill>
                  <a:srgbClr val="ffff00"/>
                </a:solidFill>
                <a:latin typeface="Times New Roman"/>
              </a:rPr>
              <a:t>sin</a:t>
            </a:r>
            <a:r>
              <a:rPr b="0" i="1" lang="en-GB" sz="4800" spc="-1" strike="noStrike">
                <a:solidFill>
                  <a:srgbClr val="ffff00"/>
                </a:solidFill>
                <a:latin typeface="Symbol"/>
              </a:rPr>
              <a:t></a:t>
            </a:r>
            <a:r>
              <a:rPr b="0" i="1" lang="en-GB" sz="4800" spc="-1" strike="noStrike">
                <a:solidFill>
                  <a:srgbClr val="ffff00"/>
                </a:solidFill>
                <a:latin typeface="Times New Roman"/>
              </a:rPr>
              <a:t> = </a:t>
            </a:r>
            <a:r>
              <a:rPr b="0" lang="en-GB" sz="4800" spc="-1" strike="noStrike">
                <a:solidFill>
                  <a:srgbClr val="ffff00"/>
                </a:solidFill>
                <a:latin typeface="Times New Roman"/>
              </a:rPr>
              <a:t>(</a:t>
            </a:r>
            <a:r>
              <a:rPr b="0" i="1" lang="en-GB" sz="4800" spc="-1" strike="noStrike">
                <a:solidFill>
                  <a:srgbClr val="ffff00"/>
                </a:solidFill>
                <a:latin typeface="Times New Roman"/>
              </a:rPr>
              <a:t>n</a:t>
            </a:r>
            <a:r>
              <a:rPr b="0" lang="en-GB" sz="4800" spc="-1" strike="noStrike">
                <a:solidFill>
                  <a:srgbClr val="ffff00"/>
                </a:solidFill>
                <a:latin typeface="Times New Roman"/>
              </a:rPr>
              <a:t>+1/2)</a:t>
            </a:r>
            <a:r>
              <a:rPr b="0" i="1" lang="en-GB" sz="4800" spc="-1" strike="noStrike">
                <a:solidFill>
                  <a:srgbClr val="ffff00"/>
                </a:solidFill>
                <a:latin typeface="Symbol"/>
              </a:rPr>
              <a:t></a:t>
            </a:r>
            <a:endParaRPr b="0" lang="it-IT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98" name="Picture 5" descr=""/>
          <p:cNvPicPr/>
          <p:nvPr/>
        </p:nvPicPr>
        <p:blipFill>
          <a:blip r:embed="rId2"/>
          <a:stretch/>
        </p:blipFill>
        <p:spPr>
          <a:xfrm>
            <a:off x="3780000" y="2519280"/>
            <a:ext cx="5219280" cy="3239640"/>
          </a:xfrm>
          <a:prstGeom prst="rect">
            <a:avLst/>
          </a:prstGeom>
          <a:ln w="0">
            <a:noFill/>
          </a:ln>
        </p:spPr>
      </p:pic>
      <p:sp>
        <p:nvSpPr>
          <p:cNvPr id="2799" name="AutoShape 6"/>
          <p:cNvSpPr/>
          <p:nvPr/>
        </p:nvSpPr>
        <p:spPr>
          <a:xfrm>
            <a:off x="6480000" y="2519280"/>
            <a:ext cx="2520720" cy="3239640"/>
          </a:xfrm>
          <a:prstGeom prst="roundRect">
            <a:avLst>
              <a:gd name="adj" fmla="val 6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00" name="Text Box 7"/>
          <p:cNvSpPr/>
          <p:nvPr/>
        </p:nvSpPr>
        <p:spPr>
          <a:xfrm>
            <a:off x="6129360" y="3662280"/>
            <a:ext cx="28713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280">
              <a:lnSpc>
                <a:spcPct val="9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i="1" lang="en-GB" sz="4800" spc="-1" strike="noStrike">
                <a:solidFill>
                  <a:srgbClr val="0000ff"/>
                </a:solidFill>
                <a:latin typeface="Times New Roman"/>
              </a:rPr>
              <a:t>a</a:t>
            </a:r>
            <a:r>
              <a:rPr b="0" lang="en-GB" sz="4800" spc="-1" strike="noStrike">
                <a:solidFill>
                  <a:srgbClr val="0000ff"/>
                </a:solidFill>
                <a:latin typeface="Times New Roman"/>
              </a:rPr>
              <a:t>sin</a:t>
            </a:r>
            <a:r>
              <a:rPr b="0" i="1" lang="en-GB" sz="4800" spc="-1" strike="noStrike">
                <a:solidFill>
                  <a:srgbClr val="0000ff"/>
                </a:solidFill>
                <a:latin typeface="Symbol"/>
              </a:rPr>
              <a:t></a:t>
            </a:r>
            <a:r>
              <a:rPr b="0" i="1" lang="en-GB" sz="4800" spc="-1" strike="noStrike">
                <a:solidFill>
                  <a:srgbClr val="0000ff"/>
                </a:solidFill>
                <a:latin typeface="Times New Roman"/>
              </a:rPr>
              <a:t> = n</a:t>
            </a:r>
            <a:r>
              <a:rPr b="0" i="1" lang="en-GB" sz="4800" spc="-1" strike="noStrike">
                <a:solidFill>
                  <a:srgbClr val="0000ff"/>
                </a:solidFill>
                <a:latin typeface="Symbol"/>
              </a:rPr>
              <a:t></a:t>
            </a:r>
            <a:endParaRPr b="0" lang="it-IT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0" dur="indefinite" restart="never" nodeType="tmRoot">
          <p:childTnLst>
            <p:seq>
              <p:cTn id="521" dur="indefinite" nodeType="mainSeq">
                <p:childTnLst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6" dur="500"/>
                                        <p:tgtEl>
                                          <p:spTgt spid="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9" dur="500"/>
                                        <p:tgtEl>
                                          <p:spTgt spid="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32" dur="500"/>
                                        <p:tgtEl>
                                          <p:spTgt spid="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nodeType="clickEffect" fill="hold">
                      <p:stCondLst>
                        <p:cond delay="indefinite"/>
                      </p:stCondLst>
                      <p:childTnLst>
                        <p:par>
                          <p:cTn id="5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006 1.11111E-006 L -3.05556E-006 -0.3331 E">
                                      <p:cBhvr>
                                        <p:cTn id="536" dur="2000" fill="hold"/>
                                        <p:tgtEl>
                                          <p:spTgt spid="28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7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38" dur="500"/>
                                        <p:tgtEl>
                                          <p:spTgt spid="2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41" nodeType="after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006 -0.33056 L -0.25 -0.33056 E">
                                      <p:cBhvr>
                                        <p:cTn id="542" dur="2000" fill="hold"/>
                                        <p:tgtEl>
                                          <p:spTgt spid="28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544" nodeType="afterEffect" fill="hold" presetClass="emph" presetID="3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45" dur="500" fill="hold"/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48" dur="500"/>
                                        <p:tgtEl>
                                          <p:spTgt spid="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1" name="Picture 2" descr=""/>
          <p:cNvPicPr/>
          <p:nvPr/>
        </p:nvPicPr>
        <p:blipFill>
          <a:blip r:embed="rId1"/>
          <a:stretch/>
        </p:blipFill>
        <p:spPr>
          <a:xfrm>
            <a:off x="34920" y="1152360"/>
            <a:ext cx="6264000" cy="4500360"/>
          </a:xfrm>
          <a:prstGeom prst="rect">
            <a:avLst/>
          </a:prstGeom>
          <a:ln w="0">
            <a:noFill/>
          </a:ln>
        </p:spPr>
      </p:pic>
      <p:pic>
        <p:nvPicPr>
          <p:cNvPr id="2802" name="Picture 3" descr=""/>
          <p:cNvPicPr/>
          <p:nvPr/>
        </p:nvPicPr>
        <p:blipFill>
          <a:blip r:embed="rId2"/>
          <a:stretch/>
        </p:blipFill>
        <p:spPr>
          <a:xfrm>
            <a:off x="6380280" y="1773360"/>
            <a:ext cx="2657160" cy="3266640"/>
          </a:xfrm>
          <a:prstGeom prst="rect">
            <a:avLst/>
          </a:prstGeom>
          <a:ln w="0">
            <a:noFill/>
          </a:ln>
        </p:spPr>
      </p:pic>
      <p:sp>
        <p:nvSpPr>
          <p:cNvPr id="2803" name="Oval 4"/>
          <p:cNvSpPr/>
          <p:nvPr/>
        </p:nvSpPr>
        <p:spPr>
          <a:xfrm>
            <a:off x="5580000" y="2340000"/>
            <a:ext cx="1080720" cy="2160360"/>
          </a:xfrm>
          <a:prstGeom prst="ellipse">
            <a:avLst/>
          </a:prstGeom>
          <a:noFill/>
          <a:ln w="72000">
            <a:solidFill>
              <a:srgbClr val="ff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04" name="Picture 5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8236080" y="6024600"/>
            <a:ext cx="907560" cy="833040"/>
          </a:xfrm>
          <a:prstGeom prst="rect">
            <a:avLst/>
          </a:prstGeom>
          <a:ln w="0">
            <a:noFill/>
          </a:ln>
        </p:spPr>
      </p:pic>
      <p:sp>
        <p:nvSpPr>
          <p:cNvPr id="2805" name="CasellaDiTesto 5"/>
          <p:cNvSpPr/>
          <p:nvPr/>
        </p:nvSpPr>
        <p:spPr>
          <a:xfrm>
            <a:off x="4311720" y="6032160"/>
            <a:ext cx="322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pc="-1" strike="noStrike" u="sng">
                <a:solidFill>
                  <a:srgbClr val="ffc000"/>
                </a:solidFill>
                <a:uFillTx/>
                <a:latin typeface="Calibri"/>
              </a:rPr>
              <a:t>ngsir.netfirms.com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6" name="CasellaDiTesto 6"/>
          <p:cNvSpPr/>
          <p:nvPr/>
        </p:nvSpPr>
        <p:spPr>
          <a:xfrm>
            <a:off x="2480760" y="6043680"/>
            <a:ext cx="322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2400" spc="-1" strike="noStrike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</a:rPr>
              <a:t>Web project: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9" dur="indefinite" restart="never" nodeType="tmRoot">
          <p:childTnLst>
            <p:seq>
              <p:cTn id="550" dur="indefinite" nodeType="mainSeq">
                <p:childTnLst>
                  <p:par>
                    <p:cTn id="551" nodeType="clickEffect" fill="hold">
                      <p:stCondLst>
                        <p:cond delay="indefinite"/>
                      </p:stCondLst>
                      <p:childTnLst>
                        <p:par>
                          <p:cTn id="5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5" dur="500"/>
                                        <p:tgtEl>
                                          <p:spTgt spid="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afterEffect" fill="remove" presetClass="emph" presetID="35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anim calcmode="discrete" valueType="num">
                                      <p:cBhvr additive="repl">
                                        <p:cTn id="558" dur="1000" fill="hold"/>
                                        <p:tgtEl>
                                          <p:spTgt spid="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strVal val="hidden"/>
                                          </p:val>
                                        </p:tav>
                                        <p:tav tm="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9" dur="1" fill="hold"/>
                                        <p:tgtEl>
                                          <p:spTgt spid="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nodeType="clickEffect" fill="hold">
                      <p:stCondLst>
                        <p:cond delay="indefinite"/>
                      </p:stCondLst>
                      <p:childTnLst>
                        <p:par>
                          <p:cTn id="5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2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564" dur="2000"/>
                                        <p:tgtEl>
                                          <p:spTgt spid="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6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8" dur="500" fill="hold"/>
                                        <p:tgtEl>
                                          <p:spTgt spid="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9" dur="500" fill="hold"/>
                                        <p:tgtEl>
                                          <p:spTgt spid="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2500"/>
                            </p:stCondLst>
                            <p:childTnLst>
                              <p:par>
                                <p:cTn id="57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3" dur="500" fill="hold"/>
                                        <p:tgtEl>
                                          <p:spTgt spid="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4" dur="500" fill="hold"/>
                                        <p:tgtEl>
                                          <p:spTgt spid="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PlaceHolder 1"/>
          <p:cNvSpPr>
            <a:spLocks noGrp="1"/>
          </p:cNvSpPr>
          <p:nvPr>
            <p:ph type="title"/>
          </p:nvPr>
        </p:nvSpPr>
        <p:spPr>
          <a:xfrm>
            <a:off x="457200" y="309600"/>
            <a:ext cx="8232480" cy="107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449280">
              <a:lnSpc>
                <a:spcPct val="9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GB" sz="4400" spc="-1" strike="noStrike">
                <a:solidFill>
                  <a:schemeClr val="dk2"/>
                </a:solidFill>
                <a:latin typeface="Arial"/>
              </a:rPr>
              <a:t>Photoelectric effect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08" name="Picture 3" descr=""/>
          <p:cNvPicPr/>
          <p:nvPr/>
        </p:nvPicPr>
        <p:blipFill>
          <a:blip r:embed="rId1"/>
          <a:stretch/>
        </p:blipFill>
        <p:spPr>
          <a:xfrm>
            <a:off x="287280" y="1763640"/>
            <a:ext cx="5760720" cy="4247640"/>
          </a:xfrm>
          <a:prstGeom prst="rect">
            <a:avLst/>
          </a:prstGeom>
          <a:ln w="0">
            <a:noFill/>
          </a:ln>
        </p:spPr>
      </p:pic>
      <p:sp>
        <p:nvSpPr>
          <p:cNvPr id="2809" name="Text Box 4"/>
          <p:cNvSpPr/>
          <p:nvPr/>
        </p:nvSpPr>
        <p:spPr>
          <a:xfrm>
            <a:off x="6221520" y="1846440"/>
            <a:ext cx="2850840" cy="13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88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both velocity and energy of electrons </a:t>
            </a:r>
            <a:r>
              <a:rPr b="0" i="1" lang="en-US" sz="2400" spc="-1" strike="noStrike">
                <a:solidFill>
                  <a:srgbClr val="ffff00"/>
                </a:solidFill>
                <a:latin typeface="Times New Roman"/>
              </a:rPr>
              <a:t>independent</a:t>
            </a: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 of light intensity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0" name="Text Box 5"/>
          <p:cNvSpPr/>
          <p:nvPr/>
        </p:nvSpPr>
        <p:spPr>
          <a:xfrm>
            <a:off x="6264360" y="3321000"/>
            <a:ext cx="2850840" cy="13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88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both velocity and energy of electrons </a:t>
            </a:r>
            <a:r>
              <a:rPr b="0" i="1" lang="en-US" sz="2400" spc="-1" strike="noStrike">
                <a:solidFill>
                  <a:srgbClr val="ffff00"/>
                </a:solidFill>
                <a:latin typeface="Times New Roman"/>
              </a:rPr>
              <a:t>dependent</a:t>
            </a: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 on color of light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1" name="Text Box 6"/>
          <p:cNvSpPr/>
          <p:nvPr/>
        </p:nvSpPr>
        <p:spPr>
          <a:xfrm>
            <a:off x="6292800" y="4827600"/>
            <a:ext cx="285084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88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electrons </a:t>
            </a:r>
            <a:r>
              <a:rPr b="0" i="1" lang="en-US" sz="2400" spc="-1" strike="noStrike">
                <a:solidFill>
                  <a:srgbClr val="ffff00"/>
                </a:solidFill>
                <a:latin typeface="Times New Roman"/>
              </a:rPr>
              <a:t>insensitive</a:t>
            </a:r>
            <a:r>
              <a:rPr b="0" lang="en-US" sz="2400" spc="-1" strike="noStrike">
                <a:solidFill>
                  <a:srgbClr val="ffff00"/>
                </a:solidFill>
                <a:latin typeface="Times New Roman"/>
              </a:rPr>
              <a:t> to some colors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2" name="Rectangle 7"/>
          <p:cNvSpPr/>
          <p:nvPr/>
        </p:nvSpPr>
        <p:spPr>
          <a:xfrm>
            <a:off x="304920" y="1754280"/>
            <a:ext cx="5698800" cy="30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3" name="Rectangle 8"/>
          <p:cNvSpPr/>
          <p:nvPr/>
        </p:nvSpPr>
        <p:spPr>
          <a:xfrm>
            <a:off x="3444840" y="4816440"/>
            <a:ext cx="304560" cy="182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5" dur="indefinite" restart="never" nodeType="tmRoot">
          <p:childTnLst>
            <p:seq>
              <p:cTn id="576" dur="indefinite" nodeType="mainSeq">
                <p:childTnLst>
                  <p:par>
                    <p:cTn id="577" nodeType="clickEffect" fill="hold">
                      <p:stCondLst>
                        <p:cond delay="indefinite"/>
                      </p:stCondLst>
                      <p:childTnLst>
                        <p:par>
                          <p:cTn id="5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80" dur="500"/>
                                        <p:tgtEl>
                                          <p:spTgt spid="28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83" dur="500"/>
                                        <p:tgtEl>
                                          <p:spTgt spid="2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nodeType="clickEffect" fill="hold">
                      <p:stCondLst>
                        <p:cond delay="indefinite"/>
                      </p:stCondLst>
                      <p:childTnLst>
                        <p:par>
                          <p:cTn id="5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56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by="(-#ppt_w*2)">
                                      <p:cBhvr additive="repl">
                                        <p:cTn id="58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calcmode="lin" valueType="num" by="(#ppt_w*0.50)">
                                      <p:cBhvr additive="repl">
                                        <p:cTn id="59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(-#ppt_h/2)" to="(#ppt_y)">
                                      <p:cBhvr additive="repl">
                                        <p:cTn id="5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nodeType="clickEffect" fill="hold">
                      <p:stCondLst>
                        <p:cond delay="indefinite"/>
                      </p:stCondLst>
                      <p:childTnLst>
                        <p:par>
                          <p:cTn id="5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56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by="(-#ppt_w*2)">
                                      <p:cBhvr additive="repl">
                                        <p:cTn id="5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calcmode="lin" valueType="num" by="(#ppt_w*0.50)">
                                      <p:cBhvr additive="repl">
                                        <p:cTn id="5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(-#ppt_h/2)" to="(#ppt_y)">
                                      <p:cBhvr additive="repl">
                                        <p:cTn id="5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nodeType="clickEffect" fill="hold">
                      <p:stCondLst>
                        <p:cond delay="indefinite"/>
                      </p:stCondLst>
                      <p:childTnLst>
                        <p:par>
                          <p:cTn id="6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3" nodeType="clickEffect" fill="hold" presetClass="entr" presetID="56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by="(-#ppt_w*2)">
                                      <p:cBhvr additive="repl">
                                        <p:cTn id="60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calcmode="lin" valueType="num" by="(#ppt_w*0.50)">
                                      <p:cBhvr additive="repl">
                                        <p:cTn id="6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(-#ppt_h/2)" to="(#ppt_y)">
                                      <p:cBhvr additive="repl">
                                        <p:cTn id="6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PlaceHolder 1"/>
          <p:cNvSpPr>
            <a:spLocks noGrp="1"/>
          </p:cNvSpPr>
          <p:nvPr>
            <p:ph type="title"/>
          </p:nvPr>
        </p:nvSpPr>
        <p:spPr>
          <a:xfrm>
            <a:off x="457200" y="309600"/>
            <a:ext cx="8232480" cy="107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449280">
              <a:lnSpc>
                <a:spcPct val="9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GB" sz="4400" spc="-1" strike="noStrike">
                <a:solidFill>
                  <a:schemeClr val="dk2"/>
                </a:solidFill>
                <a:latin typeface="Arial"/>
              </a:rPr>
              <a:t>Photons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32480" cy="92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marL="338040" indent="-338040" defTabSz="449280">
              <a:lnSpc>
                <a:spcPct val="100000"/>
              </a:lnSpc>
              <a:spcBef>
                <a:spcPts val="641"/>
              </a:spcBef>
              <a:buSzPct val="100000"/>
              <a:buBlip>
                <a:blip r:embed="rId1"/>
              </a:buBlip>
              <a:tabLst>
                <a:tab algn="l" pos="446040"/>
                <a:tab algn="l" pos="895320"/>
                <a:tab algn="l" pos="1344600"/>
                <a:tab algn="l" pos="1793880"/>
                <a:tab algn="l" pos="2243160"/>
                <a:tab algn="l" pos="2692440"/>
                <a:tab algn="l" pos="3141720"/>
                <a:tab algn="l" pos="3591000"/>
                <a:tab algn="l" pos="4040280"/>
                <a:tab algn="l" pos="4489560"/>
                <a:tab algn="l" pos="4938840"/>
                <a:tab algn="l" pos="5388120"/>
                <a:tab algn="l" pos="5837400"/>
                <a:tab algn="l" pos="6286680"/>
                <a:tab algn="l" pos="6735600"/>
                <a:tab algn="l" pos="7184880"/>
                <a:tab algn="l" pos="7634160"/>
                <a:tab algn="l" pos="8083440"/>
                <a:tab algn="l" pos="8532720"/>
                <a:tab algn="l" pos="8982000"/>
              </a:tabLst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</a:rPr>
              <a:t>Light = “energy packets”</a:t>
            </a:r>
            <a:endParaRPr b="0" lang="it-IT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6" name="AutoShape 4"/>
          <p:cNvSpPr/>
          <p:nvPr/>
        </p:nvSpPr>
        <p:spPr>
          <a:xfrm>
            <a:off x="5764320" y="1619280"/>
            <a:ext cx="899640" cy="539280"/>
          </a:xfrm>
          <a:prstGeom prst="rightArrow">
            <a:avLst>
              <a:gd name="adj1" fmla="val 50000"/>
              <a:gd name="adj2" fmla="val 41691"/>
            </a:avLst>
          </a:prstGeom>
          <a:solidFill>
            <a:srgbClr val="99ccff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17" name="Text Box 5"/>
          <p:cNvSpPr/>
          <p:nvPr/>
        </p:nvSpPr>
        <p:spPr>
          <a:xfrm>
            <a:off x="484200" y="2700360"/>
            <a:ext cx="822780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38040" indent="-338040" defTabSz="449280">
              <a:lnSpc>
                <a:spcPct val="86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"/>
              <a:tabLst>
                <a:tab algn="l" pos="446040"/>
                <a:tab algn="l" pos="895320"/>
                <a:tab algn="l" pos="1344600"/>
                <a:tab algn="l" pos="1793880"/>
                <a:tab algn="l" pos="2243160"/>
                <a:tab algn="l" pos="2692440"/>
                <a:tab algn="l" pos="3141720"/>
                <a:tab algn="l" pos="3591000"/>
                <a:tab algn="l" pos="4040280"/>
                <a:tab algn="l" pos="4489560"/>
                <a:tab algn="l" pos="4938840"/>
                <a:tab algn="l" pos="5388120"/>
                <a:tab algn="l" pos="5837400"/>
                <a:tab algn="l" pos="6286680"/>
                <a:tab algn="l" pos="6735600"/>
                <a:tab algn="l" pos="7184880"/>
                <a:tab algn="l" pos="7634160"/>
                <a:tab algn="l" pos="8083440"/>
                <a:tab algn="l" pos="8532720"/>
                <a:tab algn="l" pos="8982000"/>
              </a:tabLst>
            </a:pPr>
            <a:r>
              <a:rPr b="0" i="1" lang="en-GB" sz="3200" spc="-1" strike="noStrike">
                <a:solidFill>
                  <a:srgbClr val="ffff00"/>
                </a:solidFill>
                <a:latin typeface="Garamond"/>
              </a:rPr>
              <a:t>E</a:t>
            </a:r>
            <a:r>
              <a:rPr b="0" lang="en-GB" sz="3200" spc="-1" strike="noStrike">
                <a:solidFill>
                  <a:srgbClr val="ffff00"/>
                </a:solidFill>
                <a:latin typeface="Garamond"/>
              </a:rPr>
              <a:t> = </a:t>
            </a:r>
            <a:r>
              <a:rPr b="0" i="1" lang="en-GB" sz="3200" spc="-1" strike="noStrike">
                <a:solidFill>
                  <a:srgbClr val="ffff00"/>
                </a:solidFill>
                <a:latin typeface="Garamond"/>
              </a:rPr>
              <a:t>hf </a:t>
            </a:r>
            <a:r>
              <a:rPr b="0" lang="en-GB" sz="3200" spc="-1" strike="noStrike">
                <a:solidFill>
                  <a:srgbClr val="ffff00"/>
                </a:solidFill>
                <a:latin typeface="Garamond"/>
              </a:rPr>
              <a:t>= </a:t>
            </a:r>
            <a:r>
              <a:rPr b="0" i="1" lang="en-GB" sz="3200" spc="-1" strike="noStrike">
                <a:solidFill>
                  <a:srgbClr val="ffff00"/>
                </a:solidFill>
                <a:latin typeface="Garamond"/>
              </a:rPr>
              <a:t>hc</a:t>
            </a:r>
            <a:r>
              <a:rPr b="0" lang="en-GB" sz="3200" spc="-1" strike="noStrike">
                <a:solidFill>
                  <a:srgbClr val="ffff00"/>
                </a:solidFill>
                <a:latin typeface="Garamond"/>
              </a:rPr>
              <a:t>/</a:t>
            </a:r>
            <a:r>
              <a:rPr b="0" i="1" lang="en-GB" sz="3200" spc="-1" strike="noStrike">
                <a:solidFill>
                  <a:srgbClr val="ffff00"/>
                </a:solidFill>
                <a:latin typeface="Symbol"/>
              </a:rPr>
              <a:t>l</a:t>
            </a:r>
            <a:r>
              <a:rPr b="0" lang="en-GB" sz="3200" spc="-1" strike="noStrike">
                <a:solidFill>
                  <a:srgbClr val="ffff00"/>
                </a:solidFill>
                <a:latin typeface="Garamond"/>
              </a:rPr>
              <a:t>   (Planck-Einstein relation)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8" name="Text Box 6"/>
          <p:cNvSpPr/>
          <p:nvPr/>
        </p:nvSpPr>
        <p:spPr>
          <a:xfrm>
            <a:off x="7043760" y="1592280"/>
            <a:ext cx="132372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280">
              <a:lnSpc>
                <a:spcPct val="83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1" lang="en-GB" sz="3600" spc="-1" strike="noStrike">
                <a:solidFill>
                  <a:srgbClr val="ff6633"/>
                </a:solidFill>
                <a:latin typeface="Times New Roman"/>
              </a:rPr>
              <a:t>photons</a:t>
            </a:r>
            <a:endParaRPr b="0" lang="it-IT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19" name="Picture 8" descr=""/>
          <p:cNvPicPr/>
          <p:nvPr/>
        </p:nvPicPr>
        <p:blipFill>
          <a:blip r:embed="rId2"/>
          <a:stretch/>
        </p:blipFill>
        <p:spPr>
          <a:xfrm>
            <a:off x="2263680" y="3367080"/>
            <a:ext cx="4403520" cy="332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9" dur="indefinite" restart="never" nodeType="tmRoot">
          <p:childTnLst>
            <p:seq>
              <p:cTn id="610" dur="indefinite" nodeType="mainSeq">
                <p:childTnLst>
                  <p:par>
                    <p:cTn id="611" nodeType="clickEffect" fill="hold">
                      <p:stCondLst>
                        <p:cond delay="indefinite"/>
                      </p:stCondLst>
                      <p:childTnLst>
                        <p:par>
                          <p:cTn id="6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615" dur="500"/>
                                        <p:tgtEl>
                                          <p:spTgt spid="2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nodeType="clickEffect" fill="hold">
                      <p:stCondLst>
                        <p:cond delay="indefinite"/>
                      </p:stCondLst>
                      <p:childTnLst>
                        <p:par>
                          <p:cTn id="6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0" dur="500" fill="hold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1" dur="500" fill="hold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2" nodeType="with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62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625" dur="1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26" dur="1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627" dur="1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nodeType="clickEffect" fill="hold">
                      <p:stCondLst>
                        <p:cond delay="indefinite"/>
                      </p:stCondLst>
                      <p:childTnLst>
                        <p:par>
                          <p:cTn id="6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632" dur="500"/>
                                        <p:tgtEl>
                                          <p:spTgt spid="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nodeType="clickEffect" fill="hold">
                      <p:stCondLst>
                        <p:cond delay="indefinite"/>
                      </p:stCondLst>
                      <p:childTnLst>
                        <p:par>
                          <p:cTn id="6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7" dur="500" fill="hold"/>
                                        <p:tgtEl>
                                          <p:spTgt spid="2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8" dur="500" fill="hold"/>
                                        <p:tgtEl>
                                          <p:spTgt spid="2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PlaceHolder 1"/>
          <p:cNvSpPr>
            <a:spLocks noGrp="1"/>
          </p:cNvSpPr>
          <p:nvPr>
            <p:ph type="title"/>
          </p:nvPr>
        </p:nvSpPr>
        <p:spPr>
          <a:xfrm>
            <a:off x="457200" y="309600"/>
            <a:ext cx="8232480" cy="107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449280">
              <a:lnSpc>
                <a:spcPct val="9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GB" sz="4400" spc="-1" strike="noStrike">
                <a:solidFill>
                  <a:schemeClr val="dk2"/>
                </a:solidFill>
                <a:latin typeface="Arial"/>
              </a:rPr>
              <a:t>Electromagnetic spectrum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21" name="Picture 3" descr=""/>
          <p:cNvPicPr/>
          <p:nvPr/>
        </p:nvPicPr>
        <p:blipFill>
          <a:blip r:embed="rId1"/>
          <a:stretch/>
        </p:blipFill>
        <p:spPr>
          <a:xfrm>
            <a:off x="0" y="1566720"/>
            <a:ext cx="9143640" cy="5290920"/>
          </a:xfrm>
          <a:prstGeom prst="rect">
            <a:avLst/>
          </a:prstGeom>
          <a:ln w="0">
            <a:noFill/>
          </a:ln>
        </p:spPr>
      </p:pic>
      <p:pic>
        <p:nvPicPr>
          <p:cNvPr id="2822" name="Picture 4" descr=""/>
          <p:cNvPicPr/>
          <p:nvPr/>
        </p:nvPicPr>
        <p:blipFill>
          <a:blip r:embed="rId2"/>
          <a:stretch/>
        </p:blipFill>
        <p:spPr>
          <a:xfrm>
            <a:off x="4680000" y="1619280"/>
            <a:ext cx="4463640" cy="5238360"/>
          </a:xfrm>
          <a:prstGeom prst="rect">
            <a:avLst/>
          </a:prstGeom>
          <a:ln w="0">
            <a:noFill/>
          </a:ln>
        </p:spPr>
      </p:pic>
      <p:sp>
        <p:nvSpPr>
          <p:cNvPr id="2823" name="AutoShape 5"/>
          <p:cNvSpPr/>
          <p:nvPr/>
        </p:nvSpPr>
        <p:spPr>
          <a:xfrm>
            <a:off x="3276720" y="3168720"/>
            <a:ext cx="1260000" cy="539280"/>
          </a:xfrm>
          <a:prstGeom prst="rightArrow">
            <a:avLst>
              <a:gd name="adj1" fmla="val 50000"/>
              <a:gd name="adj2" fmla="val 58382"/>
            </a:avLst>
          </a:prstGeom>
          <a:solidFill>
            <a:srgbClr val="99ccff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24" name="Picture 6" descr=""/>
          <p:cNvPicPr/>
          <p:nvPr/>
        </p:nvPicPr>
        <p:blipFill>
          <a:blip r:embed="rId3"/>
          <a:stretch/>
        </p:blipFill>
        <p:spPr>
          <a:xfrm>
            <a:off x="1260360" y="2370240"/>
            <a:ext cx="6606720" cy="3569760"/>
          </a:xfrm>
          <a:prstGeom prst="rect">
            <a:avLst/>
          </a:prstGeom>
          <a:ln w="0">
            <a:noFill/>
          </a:ln>
        </p:spPr>
      </p:pic>
      <p:grpSp>
        <p:nvGrpSpPr>
          <p:cNvPr id="2825" name="Group 7"/>
          <p:cNvGrpSpPr/>
          <p:nvPr/>
        </p:nvGrpSpPr>
        <p:grpSpPr>
          <a:xfrm>
            <a:off x="95400" y="2360520"/>
            <a:ext cx="4403520" cy="3320640"/>
            <a:chOff x="95400" y="2360520"/>
            <a:chExt cx="4403520" cy="3320640"/>
          </a:xfrm>
        </p:grpSpPr>
        <p:pic>
          <p:nvPicPr>
            <p:cNvPr id="2826" name="Picture 8" descr=""/>
            <p:cNvPicPr/>
            <p:nvPr/>
          </p:nvPicPr>
          <p:blipFill>
            <a:blip r:embed="rId4"/>
            <a:stretch/>
          </p:blipFill>
          <p:spPr>
            <a:xfrm>
              <a:off x="95400" y="2360520"/>
              <a:ext cx="4403520" cy="33206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827" name="Group 9"/>
            <p:cNvGrpSpPr/>
            <p:nvPr/>
          </p:nvGrpSpPr>
          <p:grpSpPr>
            <a:xfrm>
              <a:off x="1325520" y="2498760"/>
              <a:ext cx="2087280" cy="2168280"/>
              <a:chOff x="1325520" y="2498760"/>
              <a:chExt cx="2087280" cy="2168280"/>
            </a:xfrm>
          </p:grpSpPr>
          <p:sp>
            <p:nvSpPr>
              <p:cNvPr id="2828" name="Rectangle 10"/>
              <p:cNvSpPr/>
              <p:nvPr/>
            </p:nvSpPr>
            <p:spPr>
              <a:xfrm>
                <a:off x="1325520" y="2498760"/>
                <a:ext cx="2087280" cy="8996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sp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829" name="Rectangle 11"/>
              <p:cNvSpPr/>
              <p:nvPr/>
            </p:nvSpPr>
            <p:spPr>
              <a:xfrm>
                <a:off x="1541520" y="2714760"/>
                <a:ext cx="1294920" cy="19522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sp>
        <p:nvSpPr>
          <p:cNvPr id="2830" name="Line 12"/>
          <p:cNvSpPr/>
          <p:nvPr/>
        </p:nvSpPr>
        <p:spPr>
          <a:xfrm>
            <a:off x="1380960" y="2925720"/>
            <a:ext cx="609480" cy="1768320"/>
          </a:xfrm>
          <a:prstGeom prst="line">
            <a:avLst/>
          </a:prstGeom>
          <a:ln w="76200">
            <a:solidFill>
              <a:srgbClr val="ff33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1" name="Freeform 13"/>
          <p:cNvSpPr/>
          <p:nvPr/>
        </p:nvSpPr>
        <p:spPr>
          <a:xfrm>
            <a:off x="2021040" y="3824280"/>
            <a:ext cx="701280" cy="807840"/>
          </a:xfrm>
          <a:custGeom>
            <a:avLst/>
            <a:gdLst>
              <a:gd name="textAreaLeft" fmla="*/ 0 w 701280"/>
              <a:gd name="textAreaRight" fmla="*/ 701640 w 701280"/>
              <a:gd name="textAreaTop" fmla="*/ 0 h 807840"/>
              <a:gd name="textAreaBottom" fmla="*/ 808200 h 807840"/>
            </a:gdLst>
            <a:ahLst/>
            <a:rect l="textAreaLeft" t="textAreaTop" r="textAreaRight" b="textAreaBottom"/>
            <a:pathLst>
              <a:path w="442" h="509">
                <a:moveTo>
                  <a:pt x="0" y="509"/>
                </a:moveTo>
                <a:cubicBezTo>
                  <a:pt x="41" y="389"/>
                  <a:pt x="83" y="270"/>
                  <a:pt x="125" y="192"/>
                </a:cubicBezTo>
                <a:cubicBezTo>
                  <a:pt x="167" y="114"/>
                  <a:pt x="197" y="71"/>
                  <a:pt x="250" y="39"/>
                </a:cubicBezTo>
                <a:cubicBezTo>
                  <a:pt x="303" y="7"/>
                  <a:pt x="372" y="3"/>
                  <a:pt x="442" y="0"/>
                </a:cubicBezTo>
              </a:path>
            </a:pathLst>
          </a:custGeom>
          <a:noFill/>
          <a:ln w="50800">
            <a:solidFill>
              <a:srgbClr val="00008a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2" name="Oval 14"/>
          <p:cNvSpPr/>
          <p:nvPr/>
        </p:nvSpPr>
        <p:spPr>
          <a:xfrm>
            <a:off x="2714760" y="3762360"/>
            <a:ext cx="166320" cy="151920"/>
          </a:xfrm>
          <a:prstGeom prst="ellipse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3" name="Freeform 15"/>
          <p:cNvSpPr/>
          <p:nvPr/>
        </p:nvSpPr>
        <p:spPr>
          <a:xfrm>
            <a:off x="2025720" y="3173400"/>
            <a:ext cx="837720" cy="1477440"/>
          </a:xfrm>
          <a:custGeom>
            <a:avLst/>
            <a:gdLst>
              <a:gd name="textAreaLeft" fmla="*/ 0 w 837720"/>
              <a:gd name="textAreaRight" fmla="*/ 838080 w 837720"/>
              <a:gd name="textAreaTop" fmla="*/ 0 h 1477440"/>
              <a:gd name="textAreaBottom" fmla="*/ 1477800 h 1477440"/>
            </a:gdLst>
            <a:ahLst/>
            <a:rect l="textAreaLeft" t="textAreaTop" r="textAreaRight" b="textAreaBottom"/>
            <a:pathLst>
              <a:path w="442" h="509">
                <a:moveTo>
                  <a:pt x="0" y="509"/>
                </a:moveTo>
                <a:cubicBezTo>
                  <a:pt x="41" y="389"/>
                  <a:pt x="83" y="270"/>
                  <a:pt x="125" y="192"/>
                </a:cubicBezTo>
                <a:cubicBezTo>
                  <a:pt x="167" y="114"/>
                  <a:pt x="197" y="71"/>
                  <a:pt x="250" y="39"/>
                </a:cubicBezTo>
                <a:cubicBezTo>
                  <a:pt x="303" y="7"/>
                  <a:pt x="372" y="3"/>
                  <a:pt x="442" y="0"/>
                </a:cubicBezTo>
              </a:path>
            </a:pathLst>
          </a:custGeom>
          <a:noFill/>
          <a:ln w="50800">
            <a:solidFill>
              <a:srgbClr val="00008a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4" name="Oval 16"/>
          <p:cNvSpPr/>
          <p:nvPr/>
        </p:nvSpPr>
        <p:spPr>
          <a:xfrm>
            <a:off x="2898720" y="3079800"/>
            <a:ext cx="166320" cy="151920"/>
          </a:xfrm>
          <a:prstGeom prst="ellipse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9" dur="indefinite" restart="never" nodeType="tmRoot">
          <p:childTnLst>
            <p:seq>
              <p:cTn id="640" dur="indefinite" nodeType="mainSeq">
                <p:childTnLst>
                  <p:par>
                    <p:cTn id="641" nodeType="clickEffect" fill="hold">
                      <p:stCondLst>
                        <p:cond delay="indefinite"/>
                      </p:stCondLst>
                      <p:childTnLst>
                        <p:par>
                          <p:cTn id="6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3" nodeType="click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44" dur="500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5" dur="500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9" dur="500" fill="hold"/>
                                        <p:tgtEl>
                                          <p:spTgt spid="2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0" dur="500" fill="hold"/>
                                        <p:tgtEl>
                                          <p:spTgt spid="2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nodeType="clickEffect" fill="hold">
                      <p:stCondLst>
                        <p:cond delay="indefinite"/>
                      </p:stCondLst>
                      <p:childTnLst>
                        <p:par>
                          <p:cTn id="6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5" dur="500" fill="hold"/>
                                        <p:tgtEl>
                                          <p:spTgt spid="2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6" dur="500" fill="hold"/>
                                        <p:tgtEl>
                                          <p:spTgt spid="2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nodeType="with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8" dur="500" fill="hold"/>
                                        <p:tgtEl>
                                          <p:spTgt spid="282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659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660" dur="500" fill="hold"/>
                                        <p:tgtEl>
                                          <p:spTgt spid="28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nodeType="clickEffect" fill="hold">
                      <p:stCondLst>
                        <p:cond delay="indefinite"/>
                      </p:stCondLst>
                      <p:childTnLst>
                        <p:par>
                          <p:cTn id="6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3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5" dur="500" fill="hold"/>
                                        <p:tgtEl>
                                          <p:spTgt spid="2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-.2"/>
                                          </p:val>
                                        </p:tav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6" dur="500" fill="hold"/>
                                        <p:tgtEl>
                                          <p:spTgt spid="2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667" dur="500"/>
                                        <p:tgtEl>
                                          <p:spTgt spid="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69" nodeType="afterEffect" fill="hold" presetClass="emph" presetID="1" presetSubtype="2" repeatCount="indefinite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70" dur="500" fill="hold"/>
                                        <p:tgtEl>
                                          <p:spTgt spid="2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71" dur="500" fill="hold"/>
                                        <p:tgtEl>
                                          <p:spTgt spid="2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nodeType="clickEffect" fill="hold">
                      <p:stCondLst>
                        <p:cond delay="indefinite"/>
                      </p:stCondLst>
                      <p:childTnLst>
                        <p:par>
                          <p:cTn id="6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75" dur="500"/>
                                        <p:tgtEl>
                                          <p:spTgt spid="2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6" dur="500"/>
                                        <p:tgtEl>
                                          <p:spTgt spid="2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79" dur="2000"/>
                                        <p:tgtEl>
                                          <p:spTgt spid="2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3" dur="500" fill="hold"/>
                                        <p:tgtEl>
                                          <p:spTgt spid="2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4" dur="500" fill="hold"/>
                                        <p:tgtEl>
                                          <p:spTgt spid="2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nodeType="clickEffect" fill="hold">
                      <p:stCondLst>
                        <p:cond delay="indefinite"/>
                      </p:stCondLst>
                      <p:childTnLst>
                        <p:par>
                          <p:cTn id="6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689" dur="500"/>
                                        <p:tgtEl>
                                          <p:spTgt spid="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91" nodeType="after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693" dur="500"/>
                                        <p:tgtEl>
                                          <p:spTgt spid="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9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69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5" name="audio4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nodeType="clickEffect" fill="hold">
                      <p:stCondLst>
                        <p:cond delay="indefinite"/>
                      </p:stCondLst>
                      <p:childTnLst>
                        <p:par>
                          <p:cTn id="6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00" dur="2000" fill="hold"/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133f9"/>
                                      </p:to>
                                    </p:animClr>
                                    <p:set>
                                      <p:cBhvr>
                                        <p:cTn id="701" dur="2000" fill="hold"/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03" dur="1000"/>
                                        <p:tgtEl>
                                          <p:spTgt spid="2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06" dur="1000"/>
                                        <p:tgtEl>
                                          <p:spTgt spid="2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nodeType="clickEffect" fill="hold">
                      <p:stCondLst>
                        <p:cond delay="indefinite"/>
                      </p:stCondLst>
                      <p:childTnLst>
                        <p:par>
                          <p:cTn id="7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0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712" dur="500"/>
                                        <p:tgtEl>
                                          <p:spTgt spid="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1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17" nodeType="after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718" dur="1000" fill="hold"/>
                                        <p:tgtEl>
                                          <p:spTgt spid="28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717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6" name="audio5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9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720" nodeType="afterEffect" fill="hold" presetClass="path" presetID="5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4.07407E-006 C 0.24896 0.03333 0.31007 0.06273 0.38698 0.06388 C 0.44792 0.06666 0.49792 0.05069 0.49896 0.03055 C 0.49896 0.01064 0.45 -0.00811 0.38802 -0.00926 C 0.35694 -0.00926 0.32899 -0.00672 0.30903 4.07407E-006 C 0.28003 0.00926 0.26302 0.02407 0.26302 0.04143 C 0.26302 0.05069 0.26805 0.05995 0.27708 0.06805 C 0.29792 0.08541 0.33906 0.09722 0.38594 0.09861 C 0.44097 0.10138 0.48594 0.08657 0.48594 0.06944 C 0.48698 0.05069 0.44201 0.03472 0.38698 0.03194 C 0.35903 0.03194 0.33403 0.03472 0.31493 0.04004 C 0.28993 0.0493 0.27396 0.06388 0.27396 0.0787 C 0.27396 0.08657 0.27899 0.09467 0.28698 0.10277 C 0.30608 0.11736 0.34201 0.12939 0.38507 0.13055 C 0.43507 0.13194 0.475 0.11875 0.475 0.10277 C 0.47604 0.08657 0.43594 0.07199 0.38594 0.0706 C 0.36094 0.06944 0.33802 0.07199 0.32101 0.07731 C 0.29792 0.08541 0.28507 0.09722 0.28507 0.11203 C 0.28507 0.11875 0.28906 0.12662 0.29601 0.13333 C 0.31302 0.14676 0.34601 0.1574 0.38403 0.15856 C 0.42899 0.15856 0.46493 0.14791 0.46493 0.13333 C 0.46493 0.11875 0.43003 0.10532 0.38507 0.10393 C 0.36302 0.10393 0.34201 0.10671 0.32708 0.11064 C 0.30608 0.11736 0.29392 0.12939 0.29305 0.14143 C 0.29305 0.14791 0.29792 0.15463 0.30399 0.15995 C 0.31892 0.17338 0.34896 0.18263 0.38299 0.18263 C 0.42292 0.18402 0.45608 0.17476 0.45608 0.16134 C 0.45694 0.14791 0.42396 0.13611 0.38403 0.13472 C 0.36406 0.13472 0.34496 0.13611 0.33194 0.14143 C 0.31302 0.14676 0.30208 0.1574 0.30208 0.16805 C 0.30208 0.17476 0.30503 0.18009 0.31094 0.18541 C 0.325 0.19722 0.35104 0.20532 0.38194 0.20671 C 0.41892 0.20671 0.44792 0.19861 0.44792 0.18657 C 0.44896 0.17476 0.41996 0.16388 0.38299 0.16273 C 0.36493 0.16273 0.34896 0.16388 0.33698 0.16805 C 0.31996 0.17338 0.31007 0.18263 0.31007 0.19328 C 0.31007 0.19861 0.31302 0.20277 0.31805 0.2081 C 0.33003 0.21875 0.35399 0.22523 0.38194 0.22662 C 0.41493 0.22801 0.44097 0.2199 0.44097 0.2081 C 0.44097 0.19861 0.41597 0.18796 0.38299 0.18796 C 0.36597 0.18657 0.35104 0.18935 0.33993 0.19189 C 0.325 0.19722 0.31597 0.20532 0.31597 0.21458 C 0.31597 0.2199 0.31892 0.22407 0.32396 0.22801 C 0.33507 0.23726 0.35694 0.24398 0.38108 0.24537 C 0.41094 0.24676 0.43507 0.23865 0.43507 0.22939 C 0.43507 0.21875 0.41094 0.21064 0.38194 0.20926 C 0.36805 0.20926 0.35399 0.21064 0.34392 0.21458 C 0.33003 0.21875 0.32205 0.22523 0.32205 0.23472 C 0.32205 0.23865 0.325 0.24259 0.32899 0.24676 C 0.33906 0.25463 0.35799 0.26134 0.38108 0.26134 C 0.40694 0.26273 0.42899 0.25601 0.42899 0.24676 C 0.42899 0.23865 0.40799 0.23055 0.38108 0.23055 C 0.36892 0.22939 0.35608 0.23055 0.34705 0.23333 C 0.33507 0.23865 0.32795 0.24537 0.32795 0.25208 C 0.32795 0.25601 0.33003 0.25995 0.33403 0.26273 C 0.34305 0.2706 0.36007 0.27592 0.38108 0.27731 C 0.40503 0.27731 0.42396 0.2706 0.42396 0.26388 C 0.42396 0.25601 0.40503 0.24791 0.38108 0.24791 C 0.36892 0.24791 0.35799 0.2493 0.35104 0.25208 C 0.33906 0.25463 0.33299 0.26134 0.33299 0.26805 C 0.33299 0.2706 0.33507 0.27476 0.33802 0.27731 C 0.34601 0.28541 0.36198 0.28935 0.38003 0.29074 C 0.40208 0.29074 0.41892 0.28541 0.41892 0.2787 C 0.41892 0.2706 0.40208 0.26527 0.38108 0.26388 C 0.36996 0.26388 0.36007 0.26527 0.35295 0.26805 C 0.34305 0.2706 0.33698 0.27592 0.33698 0.28263 C 0.33698 0.28541 0.33906 0.28796 0.34201 0.29074 E">
                                      <p:cBhvr>
                                        <p:cTn id="721" dur="1000" fill="hold"/>
                                        <p:tgtEl>
                                          <p:spTgt spid="28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 evt="end">
                                              <p:tn val="720"/>
                                            </p:cond>
                                          </p:stCondLst>
                                        </p:cTn>
                                        <p:tgtEl>
                                          <p:spTgt spid="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72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7" name="audio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PlaceHolder 1"/>
          <p:cNvSpPr>
            <a:spLocks noGrp="1"/>
          </p:cNvSpPr>
          <p:nvPr>
            <p:ph type="title"/>
          </p:nvPr>
        </p:nvSpPr>
        <p:spPr>
          <a:xfrm>
            <a:off x="457200" y="309600"/>
            <a:ext cx="8230680" cy="1072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449280">
              <a:lnSpc>
                <a:spcPct val="10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GB" sz="4400" spc="-1" strike="noStrike">
                <a:solidFill>
                  <a:schemeClr val="dk2"/>
                </a:solidFill>
                <a:latin typeface="Arial"/>
              </a:rPr>
              <a:t>Dispersion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6" name="Text Box 3"/>
          <p:cNvSpPr/>
          <p:nvPr/>
        </p:nvSpPr>
        <p:spPr>
          <a:xfrm>
            <a:off x="609480" y="1560600"/>
            <a:ext cx="183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it-IT" sz="32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2837" name="Text Box 4"/>
          <p:cNvSpPr/>
          <p:nvPr/>
        </p:nvSpPr>
        <p:spPr>
          <a:xfrm>
            <a:off x="608040" y="1592280"/>
            <a:ext cx="313668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38040" indent="-338040" defTabSz="449280">
              <a:lnSpc>
                <a:spcPct val="86000"/>
              </a:lnSpc>
              <a:spcBef>
                <a:spcPts val="799"/>
              </a:spcBef>
              <a:buClr>
                <a:srgbClr val="ff3300"/>
              </a:buClr>
              <a:buSzPct val="70000"/>
              <a:buFont typeface="Wingdings" charset="2"/>
              <a:buChar char=""/>
              <a:tabLst>
                <a:tab algn="l" pos="446040"/>
                <a:tab algn="l" pos="895320"/>
                <a:tab algn="l" pos="1344600"/>
                <a:tab algn="l" pos="1793880"/>
                <a:tab algn="l" pos="2243160"/>
                <a:tab algn="l" pos="2692440"/>
                <a:tab algn="l" pos="3141720"/>
                <a:tab algn="l" pos="3591000"/>
                <a:tab algn="l" pos="4040280"/>
                <a:tab algn="l" pos="4489560"/>
                <a:tab algn="l" pos="4938840"/>
                <a:tab algn="l" pos="5388120"/>
                <a:tab algn="l" pos="5837400"/>
                <a:tab algn="l" pos="6286680"/>
                <a:tab algn="l" pos="6735600"/>
                <a:tab algn="l" pos="7184880"/>
                <a:tab algn="l" pos="7634160"/>
                <a:tab algn="l" pos="8083440"/>
                <a:tab algn="l" pos="8532720"/>
                <a:tab algn="l" pos="8982000"/>
              </a:tabLst>
            </a:pPr>
            <a:r>
              <a:rPr b="1" i="1" lang="en-GB" sz="3200" spc="-1" strike="noStrike">
                <a:solidFill>
                  <a:srgbClr val="ffff00"/>
                </a:solidFill>
                <a:latin typeface="Garamond"/>
              </a:rPr>
              <a:t>n</a:t>
            </a:r>
            <a:r>
              <a:rPr b="1" lang="en-GB" sz="3200" spc="-1" strike="noStrike">
                <a:solidFill>
                  <a:srgbClr val="ffff00"/>
                </a:solidFill>
                <a:latin typeface="Garamond"/>
              </a:rPr>
              <a:t> = </a:t>
            </a:r>
            <a:r>
              <a:rPr b="1" i="1" lang="en-GB" sz="3200" spc="-1" strike="noStrike">
                <a:solidFill>
                  <a:srgbClr val="ffff00"/>
                </a:solidFill>
                <a:latin typeface="Garamond"/>
              </a:rPr>
              <a:t>n </a:t>
            </a:r>
            <a:r>
              <a:rPr b="1" lang="en-GB" sz="3200" spc="-1" strike="noStrike">
                <a:solidFill>
                  <a:srgbClr val="ffff00"/>
                </a:solidFill>
                <a:latin typeface="Garamond"/>
              </a:rPr>
              <a:t>(</a:t>
            </a:r>
            <a:r>
              <a:rPr b="1" i="1" lang="en-GB" sz="3200" spc="-1" strike="noStrike">
                <a:solidFill>
                  <a:srgbClr val="ffff00"/>
                </a:solidFill>
                <a:latin typeface="Symbol"/>
              </a:rPr>
              <a:t>l</a:t>
            </a:r>
            <a:r>
              <a:rPr b="1" lang="en-GB" sz="3200" spc="-1" strike="noStrike">
                <a:solidFill>
                  <a:srgbClr val="ffff00"/>
                </a:solidFill>
                <a:latin typeface="Garamond"/>
              </a:rPr>
              <a:t>)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8" name="Text Box 5"/>
          <p:cNvSpPr/>
          <p:nvPr/>
        </p:nvSpPr>
        <p:spPr>
          <a:xfrm>
            <a:off x="4794120" y="1589040"/>
            <a:ext cx="313668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38040" indent="-338040" defTabSz="449280">
              <a:lnSpc>
                <a:spcPct val="86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i="1" lang="en-GB" sz="3200" spc="-1" strike="noStrike">
                <a:solidFill>
                  <a:srgbClr val="ffff00"/>
                </a:solidFill>
                <a:latin typeface="Garamond"/>
              </a:rPr>
              <a:t>v</a:t>
            </a:r>
            <a:r>
              <a:rPr b="1" lang="en-GB" sz="3200" spc="-1" strike="noStrike">
                <a:solidFill>
                  <a:srgbClr val="ffff00"/>
                </a:solidFill>
                <a:latin typeface="Garamond"/>
              </a:rPr>
              <a:t>  function of</a:t>
            </a:r>
            <a:r>
              <a:rPr b="1" i="1" lang="en-GB" sz="3200" spc="-1" strike="noStrike">
                <a:solidFill>
                  <a:srgbClr val="ffff00"/>
                </a:solidFill>
                <a:latin typeface="Garamond"/>
              </a:rPr>
              <a:t> </a:t>
            </a:r>
            <a:r>
              <a:rPr b="1" i="1" lang="en-GB" sz="3200" spc="-1" strike="noStrike">
                <a:solidFill>
                  <a:srgbClr val="ffff00"/>
                </a:solidFill>
                <a:latin typeface="Symbol"/>
              </a:rPr>
              <a:t>l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9" name="AutoShape 6"/>
          <p:cNvSpPr/>
          <p:nvPr/>
        </p:nvSpPr>
        <p:spPr>
          <a:xfrm flipH="1">
            <a:off x="2894760" y="1628640"/>
            <a:ext cx="1706040" cy="441000"/>
          </a:xfrm>
          <a:custGeom>
            <a:avLst/>
            <a:gdLst>
              <a:gd name="textAreaLeft" fmla="*/ 266400 w 1706040"/>
              <a:gd name="textAreaRight" fmla="*/ 1492920 w 1706040"/>
              <a:gd name="textAreaTop" fmla="*/ 110160 h 441000"/>
              <a:gd name="textAreaBottom" fmla="*/ 330840 h 4410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eaeaea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40" name="Picture 7" descr=""/>
          <p:cNvPicPr/>
          <p:nvPr/>
        </p:nvPicPr>
        <p:blipFill>
          <a:blip r:embed="rId1"/>
          <a:stretch/>
        </p:blipFill>
        <p:spPr>
          <a:xfrm>
            <a:off x="1557360" y="2187720"/>
            <a:ext cx="5501880" cy="4608000"/>
          </a:xfrm>
          <a:prstGeom prst="rect">
            <a:avLst/>
          </a:prstGeom>
          <a:ln w="0">
            <a:noFill/>
          </a:ln>
        </p:spPr>
      </p:pic>
      <p:pic>
        <p:nvPicPr>
          <p:cNvPr id="2841" name="Picture 8" descr=""/>
          <p:cNvPicPr/>
          <p:nvPr/>
        </p:nvPicPr>
        <p:blipFill>
          <a:blip r:embed="rId2"/>
          <a:stretch/>
        </p:blipFill>
        <p:spPr>
          <a:xfrm>
            <a:off x="333360" y="1419120"/>
            <a:ext cx="8457840" cy="5256000"/>
          </a:xfrm>
          <a:prstGeom prst="rect">
            <a:avLst/>
          </a:prstGeom>
          <a:ln w="0">
            <a:noFill/>
          </a:ln>
        </p:spPr>
      </p:pic>
      <p:pic>
        <p:nvPicPr>
          <p:cNvPr id="2842" name="Picture 10" descr=""/>
          <p:cNvPicPr/>
          <p:nvPr/>
        </p:nvPicPr>
        <p:blipFill>
          <a:blip r:embed="rId3"/>
          <a:stretch/>
        </p:blipFill>
        <p:spPr>
          <a:xfrm>
            <a:off x="433440" y="1506600"/>
            <a:ext cx="1325160" cy="1415520"/>
          </a:xfrm>
          <a:prstGeom prst="rect">
            <a:avLst/>
          </a:prstGeom>
          <a:ln w="0">
            <a:noFill/>
          </a:ln>
        </p:spPr>
      </p:pic>
      <p:pic>
        <p:nvPicPr>
          <p:cNvPr id="2843" name="Picture 11" descr=""/>
          <p:cNvPicPr/>
          <p:nvPr/>
        </p:nvPicPr>
        <p:blipFill>
          <a:blip r:embed="rId4"/>
          <a:stretch/>
        </p:blipFill>
        <p:spPr>
          <a:xfrm>
            <a:off x="590400" y="1411200"/>
            <a:ext cx="8000640" cy="532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3" dur="indefinite" restart="never" nodeType="tmRoot">
          <p:childTnLst>
            <p:seq>
              <p:cTn id="724" dur="indefinite" nodeType="mainSeq">
                <p:childTnLst>
                  <p:par>
                    <p:cTn id="725" nodeType="clickEffect" fill="hold">
                      <p:stCondLst>
                        <p:cond delay="indefinite"/>
                      </p:stCondLst>
                      <p:childTnLst>
                        <p:par>
                          <p:cTn id="7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9" dur="500" fill="hold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0" dur="500" fill="hold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73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73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35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736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nodeType="clickEffect" fill="hold">
                      <p:stCondLst>
                        <p:cond delay="indefinite"/>
                      </p:stCondLst>
                      <p:childTnLst>
                        <p:par>
                          <p:cTn id="7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5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1" dur="385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2" dur="385" fill="hold"/>
                                        <p:tgtEl>
                                          <p:spTgt spid="284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43" dur="61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44" dur="385" fill="hold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valueType="num" from="(0.5)" to="(#ppt_x)">
                                      <p:cBhvr additive="repl">
                                        <p:cTn id="745" dur="61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46" dur="385" fill="hold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valueType="num" from="(#ppt_y+0.4)" to="(#ppt_y)">
                                      <p:cBhvr additive="repl">
                                        <p:cTn id="747" dur="615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nodeType="clickEffect" fill="hold">
                      <p:stCondLst>
                        <p:cond delay="indefinite"/>
                      </p:stCondLst>
                      <p:childTnLst>
                        <p:par>
                          <p:cTn id="7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0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751" dur="1000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2" dur="1000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753" dur="1000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7" dur="500" fill="hold"/>
                                        <p:tgtEl>
                                          <p:spTgt spid="2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8" dur="500" fill="hold"/>
                                        <p:tgtEl>
                                          <p:spTgt spid="2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nodeType="clickEffect" fill="hold">
                      <p:stCondLst>
                        <p:cond delay="indefinite"/>
                      </p:stCondLst>
                      <p:childTnLst>
                        <p:par>
                          <p:cTn id="7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762" dur="500"/>
                                        <p:tgtEl>
                                          <p:spTgt spid="2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3" dur="500"/>
                                        <p:tgtEl>
                                          <p:spTgt spid="2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764" dur="500"/>
                                        <p:tgtEl>
                                          <p:spTgt spid="2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8" dur="1000" fill="hold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9" dur="1000" fill="hold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0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71" dur="20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nodeType="clickEffect" fill="hold">
                      <p:stCondLst>
                        <p:cond delay="indefinite"/>
                      </p:stCondLst>
                      <p:childTnLst>
                        <p:par>
                          <p:cTn id="7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7" dur="500" fill="hold"/>
                                        <p:tgtEl>
                                          <p:spTgt spid="2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8" dur="500" fill="hold"/>
                                        <p:tgtEl>
                                          <p:spTgt spid="2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nodeType="clickEffect" fill="hold">
                      <p:stCondLst>
                        <p:cond delay="indefinite"/>
                      </p:stCondLst>
                      <p:childTnLst>
                        <p:par>
                          <p:cTn id="7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782" dur="1000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3" dur="1000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nodeType="with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786" dur="500"/>
                                        <p:tgtEl>
                                          <p:spTgt spid="2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7" dur="500"/>
                                        <p:tgtEl>
                                          <p:spTgt spid="2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Gratings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45" name="Rectangle 4"/>
          <p:cNvSpPr/>
          <p:nvPr/>
        </p:nvSpPr>
        <p:spPr>
          <a:xfrm>
            <a:off x="228600" y="1828800"/>
            <a:ext cx="5790960" cy="400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46" name="Picture 5" descr=""/>
          <p:cNvPicPr/>
          <p:nvPr/>
        </p:nvPicPr>
        <p:blipFill>
          <a:blip r:embed="rId1"/>
          <a:stretch/>
        </p:blipFill>
        <p:spPr>
          <a:xfrm>
            <a:off x="324000" y="1859040"/>
            <a:ext cx="5719320" cy="4022280"/>
          </a:xfrm>
          <a:prstGeom prst="rect">
            <a:avLst/>
          </a:prstGeom>
          <a:ln w="0">
            <a:noFill/>
          </a:ln>
        </p:spPr>
      </p:pic>
      <p:grpSp>
        <p:nvGrpSpPr>
          <p:cNvPr id="2847" name="Group 6"/>
          <p:cNvGrpSpPr/>
          <p:nvPr/>
        </p:nvGrpSpPr>
        <p:grpSpPr>
          <a:xfrm>
            <a:off x="1371600" y="2749680"/>
            <a:ext cx="4584240" cy="2419200"/>
            <a:chOff x="1371600" y="2749680"/>
            <a:chExt cx="4584240" cy="2419200"/>
          </a:xfrm>
        </p:grpSpPr>
        <p:sp>
          <p:nvSpPr>
            <p:cNvPr id="2848" name="Freeform 7"/>
            <p:cNvSpPr/>
            <p:nvPr/>
          </p:nvSpPr>
          <p:spPr>
            <a:xfrm>
              <a:off x="1409760" y="2787480"/>
              <a:ext cx="2469960" cy="1072800"/>
            </a:xfrm>
            <a:custGeom>
              <a:avLst/>
              <a:gdLst>
                <a:gd name="textAreaLeft" fmla="*/ 0 w 2469960"/>
                <a:gd name="textAreaRight" fmla="*/ 2470320 w 2469960"/>
                <a:gd name="textAreaTop" fmla="*/ 0 h 1072800"/>
                <a:gd name="textAreaBottom" fmla="*/ 1073160 h 1072800"/>
              </a:gdLst>
              <a:ahLst/>
              <a:rect l="textAreaLeft" t="textAreaTop" r="textAreaRight" b="textAreaBottom"/>
              <a:pathLst>
                <a:path w="1556" h="676">
                  <a:moveTo>
                    <a:pt x="0" y="664"/>
                  </a:moveTo>
                  <a:lnTo>
                    <a:pt x="1552" y="0"/>
                  </a:lnTo>
                  <a:lnTo>
                    <a:pt x="1556" y="76"/>
                  </a:lnTo>
                  <a:lnTo>
                    <a:pt x="32" y="676"/>
                  </a:lnTo>
                  <a:lnTo>
                    <a:pt x="0" y="66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49" name="Freeform 8"/>
            <p:cNvSpPr/>
            <p:nvPr/>
          </p:nvSpPr>
          <p:spPr>
            <a:xfrm>
              <a:off x="1371600" y="3371760"/>
              <a:ext cx="2539800" cy="552240"/>
            </a:xfrm>
            <a:custGeom>
              <a:avLst/>
              <a:gdLst>
                <a:gd name="textAreaLeft" fmla="*/ 0 w 2539800"/>
                <a:gd name="textAreaRight" fmla="*/ 2540160 w 2539800"/>
                <a:gd name="textAreaTop" fmla="*/ 0 h 552240"/>
                <a:gd name="textAreaBottom" fmla="*/ 552600 h 552240"/>
              </a:gdLst>
              <a:ahLst/>
              <a:rect l="textAreaLeft" t="textAreaTop" r="textAreaRight" b="textAreaBottom"/>
              <a:pathLst>
                <a:path w="1600" h="348">
                  <a:moveTo>
                    <a:pt x="1576" y="0"/>
                  </a:moveTo>
                  <a:lnTo>
                    <a:pt x="0" y="332"/>
                  </a:lnTo>
                  <a:lnTo>
                    <a:pt x="48" y="348"/>
                  </a:lnTo>
                  <a:lnTo>
                    <a:pt x="1600" y="56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0" name="Freeform 9"/>
            <p:cNvSpPr/>
            <p:nvPr/>
          </p:nvSpPr>
          <p:spPr>
            <a:xfrm>
              <a:off x="1384200" y="3962520"/>
              <a:ext cx="2488680" cy="583920"/>
            </a:xfrm>
            <a:custGeom>
              <a:avLst/>
              <a:gdLst>
                <a:gd name="textAreaLeft" fmla="*/ 0 w 2488680"/>
                <a:gd name="textAreaRight" fmla="*/ 2489040 w 2488680"/>
                <a:gd name="textAreaTop" fmla="*/ 0 h 583920"/>
                <a:gd name="textAreaBottom" fmla="*/ 584280 h 583920"/>
              </a:gdLst>
              <a:ahLst/>
              <a:rect l="textAreaLeft" t="textAreaTop" r="textAreaRight" b="textAreaBottom"/>
              <a:pathLst>
                <a:path w="1568" h="368">
                  <a:moveTo>
                    <a:pt x="1560" y="308"/>
                  </a:moveTo>
                  <a:lnTo>
                    <a:pt x="0" y="0"/>
                  </a:lnTo>
                  <a:lnTo>
                    <a:pt x="28" y="28"/>
                  </a:lnTo>
                  <a:lnTo>
                    <a:pt x="136" y="52"/>
                  </a:lnTo>
                  <a:lnTo>
                    <a:pt x="1568" y="368"/>
                  </a:lnTo>
                  <a:lnTo>
                    <a:pt x="1560" y="30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1" name="Freeform 10"/>
            <p:cNvSpPr/>
            <p:nvPr/>
          </p:nvSpPr>
          <p:spPr>
            <a:xfrm>
              <a:off x="1371600" y="4006800"/>
              <a:ext cx="2539800" cy="1104480"/>
            </a:xfrm>
            <a:custGeom>
              <a:avLst/>
              <a:gdLst>
                <a:gd name="textAreaLeft" fmla="*/ 0 w 2539800"/>
                <a:gd name="textAreaRight" fmla="*/ 2540160 w 2539800"/>
                <a:gd name="textAreaTop" fmla="*/ 0 h 1104480"/>
                <a:gd name="textAreaBottom" fmla="*/ 1104840 h 1104480"/>
              </a:gdLst>
              <a:ahLst/>
              <a:rect l="textAreaLeft" t="textAreaTop" r="textAreaRight" b="textAreaBottom"/>
              <a:pathLst>
                <a:path w="1600" h="696">
                  <a:moveTo>
                    <a:pt x="1600" y="632"/>
                  </a:moveTo>
                  <a:lnTo>
                    <a:pt x="0" y="0"/>
                  </a:lnTo>
                  <a:lnTo>
                    <a:pt x="48" y="44"/>
                  </a:lnTo>
                  <a:lnTo>
                    <a:pt x="1584" y="696"/>
                  </a:lnTo>
                  <a:lnTo>
                    <a:pt x="1600" y="63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2" name="Rectangle 11"/>
            <p:cNvSpPr/>
            <p:nvPr/>
          </p:nvSpPr>
          <p:spPr>
            <a:xfrm>
              <a:off x="3854520" y="2755800"/>
              <a:ext cx="1479240" cy="1839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3" name="Rectangle 12"/>
            <p:cNvSpPr/>
            <p:nvPr/>
          </p:nvSpPr>
          <p:spPr>
            <a:xfrm>
              <a:off x="3854520" y="3327480"/>
              <a:ext cx="1479240" cy="1839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4" name="Rectangle 13"/>
            <p:cNvSpPr/>
            <p:nvPr/>
          </p:nvSpPr>
          <p:spPr>
            <a:xfrm>
              <a:off x="3854520" y="4425840"/>
              <a:ext cx="1479240" cy="1839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5" name="Rectangle 14"/>
            <p:cNvSpPr/>
            <p:nvPr/>
          </p:nvSpPr>
          <p:spPr>
            <a:xfrm>
              <a:off x="3854520" y="4984920"/>
              <a:ext cx="1479240" cy="1839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6" name="Rectangle 15"/>
            <p:cNvSpPr/>
            <p:nvPr/>
          </p:nvSpPr>
          <p:spPr>
            <a:xfrm>
              <a:off x="5448240" y="4940280"/>
              <a:ext cx="507600" cy="209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7" name="Rectangle 16"/>
            <p:cNvSpPr/>
            <p:nvPr/>
          </p:nvSpPr>
          <p:spPr>
            <a:xfrm>
              <a:off x="5423040" y="4394160"/>
              <a:ext cx="507600" cy="209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8" name="Rectangle 17"/>
            <p:cNvSpPr/>
            <p:nvPr/>
          </p:nvSpPr>
          <p:spPr>
            <a:xfrm>
              <a:off x="5429160" y="3282840"/>
              <a:ext cx="507600" cy="209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859" name="Rectangle 18"/>
            <p:cNvSpPr/>
            <p:nvPr/>
          </p:nvSpPr>
          <p:spPr>
            <a:xfrm>
              <a:off x="5429160" y="2749680"/>
              <a:ext cx="507600" cy="209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860" name="Rectangle 19"/>
          <p:cNvSpPr/>
          <p:nvPr/>
        </p:nvSpPr>
        <p:spPr>
          <a:xfrm>
            <a:off x="428760" y="5257800"/>
            <a:ext cx="1190160" cy="456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61" name="Picture 20" descr=""/>
          <p:cNvPicPr/>
          <p:nvPr/>
        </p:nvPicPr>
        <p:blipFill>
          <a:blip r:embed="rId2"/>
          <a:stretch/>
        </p:blipFill>
        <p:spPr>
          <a:xfrm>
            <a:off x="6502320" y="1828800"/>
            <a:ext cx="2360160" cy="2781000"/>
          </a:xfrm>
          <a:prstGeom prst="rect">
            <a:avLst/>
          </a:prstGeom>
          <a:ln w="0">
            <a:noFill/>
          </a:ln>
        </p:spPr>
      </p:pic>
      <p:sp>
        <p:nvSpPr>
          <p:cNvPr id="2862" name="Text Box 21"/>
          <p:cNvSpPr/>
          <p:nvPr/>
        </p:nvSpPr>
        <p:spPr>
          <a:xfrm>
            <a:off x="6757920" y="4822920"/>
            <a:ext cx="17316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280">
              <a:lnSpc>
                <a:spcPct val="95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i="1" lang="en-GB" sz="2400" spc="-1" strike="noStrike">
                <a:solidFill>
                  <a:srgbClr val="ffff00"/>
                </a:solidFill>
                <a:latin typeface="Times New Roman"/>
              </a:rPr>
              <a:t>a</a:t>
            </a:r>
            <a:r>
              <a:rPr b="0" lang="en-GB" sz="2400" spc="-1" strike="noStrike">
                <a:solidFill>
                  <a:srgbClr val="ffff00"/>
                </a:solidFill>
                <a:latin typeface="Times New Roman"/>
              </a:rPr>
              <a:t>sin</a:t>
            </a:r>
            <a:r>
              <a:rPr b="0" i="1" lang="en-GB" sz="2400" spc="-1" strike="noStrike">
                <a:solidFill>
                  <a:srgbClr val="ffff00"/>
                </a:solidFill>
                <a:latin typeface="Symbol"/>
              </a:rPr>
              <a:t></a:t>
            </a:r>
            <a:r>
              <a:rPr b="0" i="1" lang="en-GB" sz="2400" spc="-1" strike="noStrike">
                <a:solidFill>
                  <a:srgbClr val="ffff00"/>
                </a:solidFill>
                <a:latin typeface="Times New Roman"/>
              </a:rPr>
              <a:t> = n</a:t>
            </a:r>
            <a:r>
              <a:rPr b="0" i="1" lang="en-GB" sz="2400" spc="-1" strike="noStrike">
                <a:solidFill>
                  <a:srgbClr val="ffff00"/>
                </a:solidFill>
                <a:latin typeface="Symbol"/>
              </a:rPr>
              <a:t>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3" name="Freeform 22"/>
          <p:cNvSpPr/>
          <p:nvPr/>
        </p:nvSpPr>
        <p:spPr>
          <a:xfrm>
            <a:off x="1160640" y="1944720"/>
            <a:ext cx="4790880" cy="3860280"/>
          </a:xfrm>
          <a:custGeom>
            <a:avLst/>
            <a:gdLst>
              <a:gd name="textAreaLeft" fmla="*/ 0 w 4790880"/>
              <a:gd name="textAreaRight" fmla="*/ 4791240 w 4790880"/>
              <a:gd name="textAreaTop" fmla="*/ 0 h 3860280"/>
              <a:gd name="textAreaBottom" fmla="*/ 3860640 h 3860280"/>
            </a:gdLst>
            <a:ahLst/>
            <a:rect l="textAreaLeft" t="textAreaTop" r="textAreaRight" b="textAreaBottom"/>
            <a:pathLst>
              <a:path w="3018" h="2432">
                <a:moveTo>
                  <a:pt x="10" y="1152"/>
                </a:moveTo>
                <a:lnTo>
                  <a:pt x="1655" y="9"/>
                </a:lnTo>
                <a:lnTo>
                  <a:pt x="3018" y="0"/>
                </a:lnTo>
                <a:lnTo>
                  <a:pt x="3018" y="2423"/>
                </a:lnTo>
                <a:lnTo>
                  <a:pt x="814" y="2432"/>
                </a:lnTo>
                <a:lnTo>
                  <a:pt x="0" y="1362"/>
                </a:lnTo>
                <a:lnTo>
                  <a:pt x="10" y="115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64" name="Picture 23" descr=""/>
          <p:cNvPicPr/>
          <p:nvPr/>
        </p:nvPicPr>
        <p:blipFill>
          <a:blip r:embed="rId3"/>
          <a:stretch/>
        </p:blipFill>
        <p:spPr>
          <a:xfrm>
            <a:off x="25560" y="2076480"/>
            <a:ext cx="4674960" cy="3408120"/>
          </a:xfrm>
          <a:prstGeom prst="rect">
            <a:avLst/>
          </a:prstGeom>
          <a:ln w="0">
            <a:noFill/>
          </a:ln>
        </p:spPr>
      </p:pic>
      <p:grpSp>
        <p:nvGrpSpPr>
          <p:cNvPr id="2865" name="Group 24"/>
          <p:cNvGrpSpPr/>
          <p:nvPr/>
        </p:nvGrpSpPr>
        <p:grpSpPr>
          <a:xfrm>
            <a:off x="4417920" y="2314440"/>
            <a:ext cx="4640040" cy="3015720"/>
            <a:chOff x="4417920" y="2314440"/>
            <a:chExt cx="4640040" cy="3015720"/>
          </a:xfrm>
        </p:grpSpPr>
        <p:grpSp>
          <p:nvGrpSpPr>
            <p:cNvPr id="2866" name="Group 25"/>
            <p:cNvGrpSpPr/>
            <p:nvPr/>
          </p:nvGrpSpPr>
          <p:grpSpPr>
            <a:xfrm>
              <a:off x="4417920" y="2314440"/>
              <a:ext cx="4640040" cy="3015720"/>
              <a:chOff x="4417920" y="2314440"/>
              <a:chExt cx="4640040" cy="3015720"/>
            </a:xfrm>
          </p:grpSpPr>
          <p:pic>
            <p:nvPicPr>
              <p:cNvPr id="2867" name="Picture 26" descr=""/>
              <p:cNvPicPr/>
              <p:nvPr/>
            </p:nvPicPr>
            <p:blipFill>
              <a:blip r:embed="rId4"/>
              <a:stretch/>
            </p:blipFill>
            <p:spPr>
              <a:xfrm>
                <a:off x="4417920" y="2314440"/>
                <a:ext cx="4640040" cy="30157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868" name="Rectangle 27"/>
              <p:cNvSpPr/>
              <p:nvPr/>
            </p:nvSpPr>
            <p:spPr>
              <a:xfrm>
                <a:off x="8501040" y="3887640"/>
                <a:ext cx="536040" cy="391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2869" name="Text Box 28"/>
            <p:cNvSpPr/>
            <p:nvPr/>
          </p:nvSpPr>
          <p:spPr>
            <a:xfrm>
              <a:off x="8030160" y="4044960"/>
              <a:ext cx="7174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it-IT" sz="1200" spc="-1" strike="noStrike">
                  <a:solidFill>
                    <a:schemeClr val="lt2"/>
                  </a:solidFill>
                  <a:latin typeface="Times New Roman"/>
                </a:rPr>
                <a:t>ordine 1</a:t>
              </a:r>
              <a:endParaRPr b="0" lang="it-IT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870" name="Text Box 29"/>
          <p:cNvSpPr/>
          <p:nvPr/>
        </p:nvSpPr>
        <p:spPr>
          <a:xfrm>
            <a:off x="668880" y="1290600"/>
            <a:ext cx="3299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in trasmission 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1" name="Text Box 30"/>
          <p:cNvSpPr/>
          <p:nvPr/>
        </p:nvSpPr>
        <p:spPr>
          <a:xfrm>
            <a:off x="5560560" y="1276200"/>
            <a:ext cx="2802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dk1"/>
                </a:solidFill>
                <a:latin typeface="Garamond"/>
              </a:rPr>
              <a:t>in reflection 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72" name="" descr="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19720" y="327672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2873" name="Picture 33" descr=""/>
          <p:cNvPicPr/>
          <p:nvPr/>
        </p:nvPicPr>
        <p:blipFill>
          <a:blip r:embed="rId8"/>
          <a:stretch/>
        </p:blipFill>
        <p:spPr>
          <a:xfrm>
            <a:off x="-1750320" y="-551520"/>
            <a:ext cx="13715640" cy="1028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9" dur="indefinite" restart="never" nodeType="tmRoot">
          <p:childTnLst>
            <p:seq>
              <p:cTn id="790" dur="indefinite" nodeType="mainSeq">
                <p:childTnLst>
                  <p:par>
                    <p:cTn id="791" nodeType="clickEffect" fill="hold">
                      <p:stCondLst>
                        <p:cond delay="indefinite"/>
                      </p:stCondLst>
                      <p:childTnLst>
                        <p:par>
                          <p:cTn id="7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94" dur="2000"/>
                                        <p:tgtEl>
                                          <p:spTgt spid="2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nodeType="clickEffect" fill="hold">
                      <p:stCondLst>
                        <p:cond delay="indefinite"/>
                      </p:stCondLst>
                      <p:childTnLst>
                        <p:par>
                          <p:cTn id="7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00" dur="500"/>
                                        <p:tgtEl>
                                          <p:spTgt spid="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03" dur="500"/>
                                        <p:tgtEl>
                                          <p:spTgt spid="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4" nodeType="clickEffect" fill="hold">
                      <p:stCondLst>
                        <p:cond delay="indefinite"/>
                      </p:stCondLst>
                      <p:childTnLst>
                        <p:par>
                          <p:cTn id="8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07" dur="2000"/>
                                        <p:tgtEl>
                                          <p:spTgt spid="2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nodeType="clickEffect" fill="hold">
                      <p:stCondLst>
                        <p:cond delay="indefinite"/>
                      </p:stCondLst>
                      <p:childTnLst>
                        <p:par>
                          <p:cTn id="8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12" dur="2000"/>
                                        <p:tgtEl>
                                          <p:spTgt spid="28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nodeType="clickEffect" fill="hold">
                      <p:stCondLst>
                        <p:cond delay="indefinite"/>
                      </p:stCondLst>
                      <p:childTnLst>
                        <p:par>
                          <p:cTn id="8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17" dur="2000"/>
                                        <p:tgtEl>
                                          <p:spTgt spid="28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20" dur="2000"/>
                                        <p:tgtEl>
                                          <p:spTgt spid="2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nodeType="with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823" dur="500"/>
                                        <p:tgtEl>
                                          <p:spTgt spid="2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4" dur="500"/>
                                        <p:tgtEl>
                                          <p:spTgt spid="2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nodeType="with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827" dur="500"/>
                                        <p:tgtEl>
                                          <p:spTgt spid="2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8" dur="500"/>
                                        <p:tgtEl>
                                          <p:spTgt spid="2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0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2" dur="500" fill="hold"/>
                                        <p:tgtEl>
                                          <p:spTgt spid="2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3" dur="500" fill="hold"/>
                                        <p:tgtEl>
                                          <p:spTgt spid="2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835" nodeType="after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837" dur="500"/>
                                        <p:tgtEl>
                                          <p:spTgt spid="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nodeType="clickEffect" fill="hold">
                      <p:stCondLst>
                        <p:cond delay="indefinite"/>
                      </p:stCondLst>
                      <p:childTnLst>
                        <p:par>
                          <p:cTn id="8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0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2" dur="500" fill="hold"/>
                                        <p:tgtEl>
                                          <p:spTgt spid="2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3" dur="500" fill="hold"/>
                                        <p:tgtEl>
                                          <p:spTgt spid="2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45" nodeType="after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847" dur="500"/>
                                        <p:tgtEl>
                                          <p:spTgt spid="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849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0" dur="7342" fill="hold"/>
                                        <p:tgtEl>
                                          <p:spTgt spid="28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nodeType="clickEffect" fill="hold">
                      <p:stCondLst>
                        <p:cond delay="indefinite"/>
                      </p:stCondLst>
                      <p:childTnLst>
                        <p:par>
                          <p:cTn id="8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5" dur="1000" fill="hold"/>
                                        <p:tgtEl>
                                          <p:spTgt spid="2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6" dur="1000" fill="hold"/>
                                        <p:tgtEl>
                                          <p:spTgt spid="2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57" dur="1000"/>
                                        <p:tgtEl>
                                          <p:spTgt spid="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Spectrometer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75" name="Picture 3" descr=""/>
          <p:cNvPicPr/>
          <p:nvPr/>
        </p:nvPicPr>
        <p:blipFill>
          <a:blip r:embed="rId1"/>
          <a:stretch/>
        </p:blipFill>
        <p:spPr>
          <a:xfrm>
            <a:off x="1023840" y="1503360"/>
            <a:ext cx="7140240" cy="4427280"/>
          </a:xfrm>
          <a:prstGeom prst="rect">
            <a:avLst/>
          </a:prstGeom>
          <a:ln w="0">
            <a:noFill/>
          </a:ln>
        </p:spPr>
      </p:pic>
      <p:sp>
        <p:nvSpPr>
          <p:cNvPr id="2876" name="Oval 4"/>
          <p:cNvSpPr/>
          <p:nvPr/>
        </p:nvSpPr>
        <p:spPr>
          <a:xfrm>
            <a:off x="7086600" y="1370160"/>
            <a:ext cx="1001520" cy="2206440"/>
          </a:xfrm>
          <a:prstGeom prst="ellipse">
            <a:avLst/>
          </a:prstGeom>
          <a:noFill/>
          <a:ln w="3175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77" name="Oval 5"/>
          <p:cNvSpPr/>
          <p:nvPr/>
        </p:nvSpPr>
        <p:spPr>
          <a:xfrm>
            <a:off x="7068960" y="3952800"/>
            <a:ext cx="1001520" cy="2206440"/>
          </a:xfrm>
          <a:prstGeom prst="ellipse">
            <a:avLst/>
          </a:prstGeom>
          <a:noFill/>
          <a:ln w="3175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78" name="Text Box 6"/>
          <p:cNvSpPr/>
          <p:nvPr/>
        </p:nvSpPr>
        <p:spPr>
          <a:xfrm>
            <a:off x="5573880" y="3432240"/>
            <a:ext cx="180612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lt2"/>
                </a:solidFill>
                <a:latin typeface="Garamond"/>
              </a:rPr>
              <a:t>mirrors   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9" name="Line 7"/>
          <p:cNvSpPr/>
          <p:nvPr/>
        </p:nvSpPr>
        <p:spPr>
          <a:xfrm flipV="1">
            <a:off x="6240240" y="2792160"/>
            <a:ext cx="812880" cy="725400"/>
          </a:xfrm>
          <a:prstGeom prst="line">
            <a:avLst/>
          </a:prstGeom>
          <a:ln w="508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0" name="Line 8"/>
          <p:cNvSpPr/>
          <p:nvPr/>
        </p:nvSpPr>
        <p:spPr>
          <a:xfrm>
            <a:off x="6310080" y="3966840"/>
            <a:ext cx="943200" cy="173160"/>
          </a:xfrm>
          <a:prstGeom prst="line">
            <a:avLst/>
          </a:prstGeom>
          <a:ln w="508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1" name="AutoShape 9"/>
          <p:cNvSpPr/>
          <p:nvPr/>
        </p:nvSpPr>
        <p:spPr>
          <a:xfrm rot="10537200">
            <a:off x="2192400" y="2965680"/>
            <a:ext cx="682200" cy="1537920"/>
          </a:xfrm>
          <a:prstGeom prst="curvedLeftArrow">
            <a:avLst>
              <a:gd name="adj1" fmla="val 45070"/>
              <a:gd name="adj2" fmla="val 90140"/>
              <a:gd name="adj3" fmla="val 33333"/>
            </a:avLst>
          </a:prstGeom>
          <a:gradFill rotWithShape="0">
            <a:gsLst>
              <a:gs pos="0">
                <a:srgbClr val="ffff00"/>
              </a:gs>
              <a:gs pos="100000">
                <a:srgbClr val="33cc33"/>
              </a:gs>
            </a:gsLst>
            <a:lin ang="1053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2" name="Oval 10"/>
          <p:cNvSpPr/>
          <p:nvPr/>
        </p:nvSpPr>
        <p:spPr>
          <a:xfrm>
            <a:off x="2176560" y="4024440"/>
            <a:ext cx="1001520" cy="2206440"/>
          </a:xfrm>
          <a:prstGeom prst="ellipse">
            <a:avLst/>
          </a:prstGeom>
          <a:noFill/>
          <a:ln w="31750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3" name="Text Box 11"/>
          <p:cNvSpPr/>
          <p:nvPr/>
        </p:nvSpPr>
        <p:spPr>
          <a:xfrm>
            <a:off x="3587760" y="5419800"/>
            <a:ext cx="1464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3200" spc="-1" strike="noStrike">
                <a:solidFill>
                  <a:schemeClr val="lt2"/>
                </a:solidFill>
                <a:latin typeface="Garamond"/>
              </a:rPr>
              <a:t>slit</a:t>
            </a:r>
            <a:endParaRPr b="0" lang="it-I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4" name="Line 12"/>
          <p:cNvSpPr/>
          <p:nvPr/>
        </p:nvSpPr>
        <p:spPr>
          <a:xfrm flipH="1" flipV="1">
            <a:off x="3130200" y="5591160"/>
            <a:ext cx="800280" cy="188640"/>
          </a:xfrm>
          <a:prstGeom prst="line">
            <a:avLst/>
          </a:prstGeom>
          <a:ln w="50800">
            <a:solidFill>
              <a:srgbClr val="00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85" name="Text Box 13"/>
          <p:cNvSpPr/>
          <p:nvPr/>
        </p:nvSpPr>
        <p:spPr>
          <a:xfrm>
            <a:off x="2897640" y="6099120"/>
            <a:ext cx="35978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4000" spc="-1" strike="noStrike">
                <a:solidFill>
                  <a:schemeClr val="dk1"/>
                </a:solidFill>
                <a:latin typeface="Garamond"/>
              </a:rPr>
              <a:t>resolution?…</a:t>
            </a:r>
            <a:endParaRPr b="0" lang="it-IT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6" name="Freeform 14"/>
          <p:cNvSpPr/>
          <p:nvPr/>
        </p:nvSpPr>
        <p:spPr>
          <a:xfrm>
            <a:off x="1625760" y="2249640"/>
            <a:ext cx="5892480" cy="3207960"/>
          </a:xfrm>
          <a:custGeom>
            <a:avLst/>
            <a:gdLst>
              <a:gd name="textAreaLeft" fmla="*/ 0 w 5892480"/>
              <a:gd name="textAreaRight" fmla="*/ 5892840 w 5892480"/>
              <a:gd name="textAreaTop" fmla="*/ 0 h 3207960"/>
              <a:gd name="textAreaBottom" fmla="*/ 3208320 h 3207960"/>
            </a:gdLst>
            <a:ahLst/>
            <a:rect l="textAreaLeft" t="textAreaTop" r="textAreaRight" b="textAreaBottom"/>
            <a:pathLst>
              <a:path w="3712" h="2021">
                <a:moveTo>
                  <a:pt x="0" y="0"/>
                </a:moveTo>
                <a:lnTo>
                  <a:pt x="3712" y="476"/>
                </a:lnTo>
                <a:lnTo>
                  <a:pt x="1326" y="1262"/>
                </a:lnTo>
                <a:lnTo>
                  <a:pt x="3630" y="2021"/>
                </a:lnTo>
                <a:lnTo>
                  <a:pt x="0" y="1664"/>
                </a:lnTo>
              </a:path>
            </a:pathLst>
          </a:custGeom>
          <a:noFill/>
          <a:ln w="50800">
            <a:solidFill>
              <a:srgbClr val="ff00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87" name="Picture 15" descr=""/>
          <p:cNvPicPr/>
          <p:nvPr/>
        </p:nvPicPr>
        <p:blipFill>
          <a:blip r:embed="rId2"/>
          <a:stretch/>
        </p:blipFill>
        <p:spPr>
          <a:xfrm>
            <a:off x="271440" y="3890880"/>
            <a:ext cx="4789080" cy="945720"/>
          </a:xfrm>
          <a:prstGeom prst="rect">
            <a:avLst/>
          </a:prstGeom>
          <a:ln w="0">
            <a:noFill/>
          </a:ln>
        </p:spPr>
      </p:pic>
      <p:pic>
        <p:nvPicPr>
          <p:cNvPr id="2888" name="Picture 16" descr=""/>
          <p:cNvPicPr/>
          <p:nvPr/>
        </p:nvPicPr>
        <p:blipFill>
          <a:blip r:embed="rId3"/>
          <a:stretch/>
        </p:blipFill>
        <p:spPr>
          <a:xfrm>
            <a:off x="1257480" y="3319560"/>
            <a:ext cx="3800160" cy="205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8" dur="indefinite" restart="never" nodeType="tmRoot">
          <p:childTnLst>
            <p:seq>
              <p:cTn id="859" dur="indefinite" nodeType="mainSeq">
                <p:childTnLst>
                  <p:par>
                    <p:cTn id="860" nodeType="clickEffect" fill="hold">
                      <p:stCondLst>
                        <p:cond delay="indefinite"/>
                      </p:stCondLst>
                      <p:childTnLst>
                        <p:par>
                          <p:cTn id="8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2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6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5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6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7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8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9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0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1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2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3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4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5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6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7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8" nodeType="withEffect" fill="hold" presetClass="entr" presetID="26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8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81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2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3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4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5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6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7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8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9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0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1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2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3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4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9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97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8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9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0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1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2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3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4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5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6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7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8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9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0" nodeType="withEffect" fill="hold" presetClass="entr" presetID="26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13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4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5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6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7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8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9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0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1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2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3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4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5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26" nodeType="withEffect" fill="hold" presetClass="entr" presetID="2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2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29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0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1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2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3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4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5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6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7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8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9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0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1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943" nodeType="afterEffect" fill="hold" presetClass="emph" presetID="21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Clr clrSpc="hsl" dir="cw">
                                      <p:cBhvr>
                                        <p:cTn id="944" dur="500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45" dur="500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46" dur="500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set>
                                      <p:cBhvr>
                                        <p:cTn id="947" dur="500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8" nodeType="withEffect" fill="hold" presetClass="emph" presetID="21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Clr clrSpc="hsl" dir="cw">
                                      <p:cBhvr>
                                        <p:cTn id="949" dur="500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0" dur="500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51" dur="500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set>
                                      <p:cBhvr>
                                        <p:cTn id="952" dur="500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3" nodeType="clickEffect" fill="hold">
                      <p:stCondLst>
                        <p:cond delay="indefinite"/>
                      </p:stCondLst>
                      <p:childTnLst>
                        <p:par>
                          <p:cTn id="9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5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56" dur="10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7" dur="1000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8" dur="100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9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1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62" dur="10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63" dur="1000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4" dur="100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5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7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68" dur="1000"/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69" dur="10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0" dur="1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1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74" dur="1000"/>
                                        <p:tgtEl>
                                          <p:spTgt spid="2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75" dur="1000"/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6" dur="100"/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7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9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80" dur="1000"/>
                                        <p:tgtEl>
                                          <p:spTgt spid="2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81" dur="1000"/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2" dur="100"/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3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nodeType="withEffect" fill="hold" presetClass="entr" presetID="49" repeatCount="2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7" dur="500" fill="hold"/>
                                        <p:tgtEl>
                                          <p:spTgt spid="2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8" dur="500" fill="hold"/>
                                        <p:tgtEl>
                                          <p:spTgt spid="2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9" dur="500" fill="hold"/>
                                        <p:tgtEl>
                                          <p:spTgt spid="28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90" dur="500"/>
                                        <p:tgtEl>
                                          <p:spTgt spid="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nodeType="clickEffect" fill="hold">
                      <p:stCondLst>
                        <p:cond delay="indefinite"/>
                      </p:stCondLst>
                      <p:childTnLst>
                        <p:par>
                          <p:cTn id="9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3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994" dur="500"/>
                                        <p:tgtEl>
                                          <p:spTgt spid="2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nodeType="with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9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99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0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1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2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3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4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5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6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7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8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9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0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1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2" nodeType="withEffect" fill="hold" presetClass="entr" presetID="26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01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15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6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7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8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9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0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1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2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3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4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5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6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7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28" nodeType="withEffect" fill="hold" presetClass="entr" presetID="2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03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31" dur="9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2" dur="3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3" dur="332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4" dur="166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5" dur="82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6" dur="13" fill="hold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7" dur="83" fill="hold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8" dur="13" fill="hold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9" dur="83" fill="hold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0" dur="13" fill="hold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1" dur="83" fill="hold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2" dur="13" fill="hold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3" dur="83" fill="hold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44" nodeType="withEffect" fill="hold" presetClass="emph" presetID="21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Clr clrSpc="hsl" dir="cw">
                                      <p:cBhvr>
                                        <p:cTn id="1045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6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7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4320000" s="0" l="0"/>
                                      </p:by>
                                    </p:animClr>
                                    <p:set>
                                      <p:cBhvr>
                                        <p:cTn id="1048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nodeType="clickEffect" fill="hold">
                      <p:stCondLst>
                        <p:cond delay="indefinite"/>
                      </p:stCondLst>
                      <p:childTnLst>
                        <p:par>
                          <p:cTn id="10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1" nodeType="click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52" dur="1000"/>
                                        <p:tgtEl>
                                          <p:spTgt spid="2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53" dur="1000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4" dur="100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5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7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58" dur="1000"/>
                                        <p:tgtEl>
                                          <p:spTgt spid="2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59" dur="1000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0" dur="100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1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nodeType="withEffect" fill="hold" presetClass="exit" presetID="37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64" dur="1000"/>
                                        <p:tgtEl>
                                          <p:spTgt spid="2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65" dur="1000"/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6" dur="100"/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7" dur="9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1" dur="500" fill="hold"/>
                                        <p:tgtEl>
                                          <p:spTgt spid="2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2" dur="500" fill="hold"/>
                                        <p:tgtEl>
                                          <p:spTgt spid="2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nodeType="clickEffect" fill="hold">
                      <p:stCondLst>
                        <p:cond delay="indefinite"/>
                      </p:stCondLst>
                      <p:childTnLst>
                        <p:par>
                          <p:cTn id="10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7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8" dur="500" fill="hold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nodeType="clickEffect" fill="hold">
                      <p:stCondLst>
                        <p:cond delay="indefinite"/>
                      </p:stCondLst>
                      <p:childTnLst>
                        <p:par>
                          <p:cTn id="10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1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083" dur="500"/>
                                        <p:tgtEl>
                                          <p:spTgt spid="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4" nodeType="clickEffect" fill="hold">
                      <p:stCondLst>
                        <p:cond delay="indefinite"/>
                      </p:stCondLst>
                      <p:childTnLst>
                        <p:par>
                          <p:cTn id="10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6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087" dur="500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8" dur="500"/>
                                        <p:tgtEl>
                                          <p:spTgt spid="2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1089" dur="500"/>
                                        <p:tgtEl>
                                          <p:spTgt spid="28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1" nodeType="with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092" dur="500"/>
                                        <p:tgtEl>
                                          <p:spTgt spid="2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3" dur="500"/>
                                        <p:tgtEl>
                                          <p:spTgt spid="2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1094" dur="500"/>
                                        <p:tgtEl>
                                          <p:spTgt spid="2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6" nodeType="with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097" dur="500"/>
                                        <p:tgtEl>
                                          <p:spTgt spid="2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8" dur="500"/>
                                        <p:tgtEl>
                                          <p:spTgt spid="2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1099" dur="500"/>
                                        <p:tgtEl>
                                          <p:spTgt spid="2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102" dur="1000" fill="hold"/>
                                        <p:tgtEl>
                                          <p:spTgt spid="28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3" nodeType="with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04" dur="1000" fill="hold"/>
                                        <p:tgtEl>
                                          <p:spTgt spid="287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6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8" dur="500" fill="hold"/>
                                        <p:tgtEl>
                                          <p:spTgt spid="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9" dur="500" fill="hold"/>
                                        <p:tgtEl>
                                          <p:spTgt spid="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0" nodeType="clickEffect" fill="hold">
                      <p:stCondLst>
                        <p:cond delay="indefinite"/>
                      </p:stCondLst>
                      <p:childTnLst>
                        <p:par>
                          <p:cTn id="1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2" nodeType="click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13" dur="500"/>
                                        <p:tgtEl>
                                          <p:spTgt spid="2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4" dur="500"/>
                                        <p:tgtEl>
                                          <p:spTgt spid="2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6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8" dur="500" fill="hold"/>
                                        <p:tgtEl>
                                          <p:spTgt spid="2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9" dur="500" fill="hold"/>
                                        <p:tgtEl>
                                          <p:spTgt spid="2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0" nodeType="clickEffect" fill="hold">
                      <p:stCondLst>
                        <p:cond delay="indefinite"/>
                      </p:stCondLst>
                      <p:childTnLst>
                        <p:par>
                          <p:cTn id="11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123" dur="1000" fill="hold"/>
                                        <p:tgtEl>
                                          <p:spTgt spid="28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4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006 -4.79769E-006 L 0.09913 -0.01687 E">
                                      <p:cBhvr>
                                        <p:cTn id="1125" dur="1000" fill="hold"/>
                                        <p:tgtEl>
                                          <p:spTgt spid="28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000" spc="-1" strike="noStrike">
                <a:solidFill>
                  <a:schemeClr val="dk2"/>
                </a:solidFill>
                <a:latin typeface="Arial"/>
              </a:rPr>
              <a:t>Polarization of light</a:t>
            </a:r>
            <a:endParaRPr b="0" lang="it-IT" sz="40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890" name="Group 3"/>
          <p:cNvGrpSpPr/>
          <p:nvPr/>
        </p:nvGrpSpPr>
        <p:grpSpPr>
          <a:xfrm>
            <a:off x="3086280" y="3352680"/>
            <a:ext cx="215640" cy="1174680"/>
            <a:chOff x="3086280" y="3352680"/>
            <a:chExt cx="215640" cy="1174680"/>
          </a:xfrm>
        </p:grpSpPr>
        <p:sp>
          <p:nvSpPr>
            <p:cNvPr id="2891" name="Line 4"/>
            <p:cNvSpPr/>
            <p:nvPr/>
          </p:nvSpPr>
          <p:spPr>
            <a:xfrm flipV="1">
              <a:off x="3197160" y="3352680"/>
              <a:ext cx="6120" cy="949320"/>
            </a:xfrm>
            <a:prstGeom prst="line">
              <a:avLst/>
            </a:prstGeom>
            <a:ln w="25400">
              <a:solidFill>
                <a:srgbClr val="e30e03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892" name="Group 5"/>
            <p:cNvGrpSpPr/>
            <p:nvPr/>
          </p:nvGrpSpPr>
          <p:grpSpPr>
            <a:xfrm>
              <a:off x="3086280" y="4311720"/>
              <a:ext cx="215640" cy="215640"/>
              <a:chOff x="3086280" y="4311720"/>
              <a:chExt cx="215640" cy="215640"/>
            </a:xfrm>
          </p:grpSpPr>
          <p:sp>
            <p:nvSpPr>
              <p:cNvPr id="2893" name="Oval 6"/>
              <p:cNvSpPr/>
              <p:nvPr/>
            </p:nvSpPr>
            <p:spPr>
              <a:xfrm>
                <a:off x="3086280" y="431172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e30e0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894" name="Oval 7"/>
              <p:cNvSpPr/>
              <p:nvPr/>
            </p:nvSpPr>
            <p:spPr>
              <a:xfrm>
                <a:off x="3143160" y="4368960"/>
                <a:ext cx="107640" cy="107640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e30e0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sp>
        <p:nvSpPr>
          <p:cNvPr id="2895" name="Text Box 8"/>
          <p:cNvSpPr/>
          <p:nvPr/>
        </p:nvSpPr>
        <p:spPr>
          <a:xfrm>
            <a:off x="2591640" y="3260880"/>
            <a:ext cx="30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e30e03"/>
                </a:solidFill>
                <a:latin typeface="Verdana"/>
              </a:rPr>
              <a:t>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6" name="Text Box 9"/>
          <p:cNvSpPr/>
          <p:nvPr/>
        </p:nvSpPr>
        <p:spPr>
          <a:xfrm>
            <a:off x="2585520" y="4289400"/>
            <a:ext cx="35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e30e03"/>
                </a:solidFill>
                <a:latin typeface="Verdana"/>
              </a:rPr>
              <a:t>H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97" name="Group 10"/>
          <p:cNvGrpSpPr/>
          <p:nvPr/>
        </p:nvGrpSpPr>
        <p:grpSpPr>
          <a:xfrm>
            <a:off x="3087720" y="3355920"/>
            <a:ext cx="215640" cy="1174680"/>
            <a:chOff x="3087720" y="3355920"/>
            <a:chExt cx="215640" cy="1174680"/>
          </a:xfrm>
        </p:grpSpPr>
        <p:sp>
          <p:nvSpPr>
            <p:cNvPr id="2898" name="Line 11"/>
            <p:cNvSpPr/>
            <p:nvPr/>
          </p:nvSpPr>
          <p:spPr>
            <a:xfrm flipV="1">
              <a:off x="3198600" y="3355920"/>
              <a:ext cx="6480" cy="94932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899" name="Group 12"/>
            <p:cNvGrpSpPr/>
            <p:nvPr/>
          </p:nvGrpSpPr>
          <p:grpSpPr>
            <a:xfrm>
              <a:off x="3087720" y="4314960"/>
              <a:ext cx="215640" cy="215640"/>
              <a:chOff x="3087720" y="4314960"/>
              <a:chExt cx="215640" cy="215640"/>
            </a:xfrm>
          </p:grpSpPr>
          <p:sp>
            <p:nvSpPr>
              <p:cNvPr id="2900" name="Oval 13"/>
              <p:cNvSpPr/>
              <p:nvPr/>
            </p:nvSpPr>
            <p:spPr>
              <a:xfrm>
                <a:off x="3087720" y="431496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01" name="Oval 14"/>
              <p:cNvSpPr/>
              <p:nvPr/>
            </p:nvSpPr>
            <p:spPr>
              <a:xfrm>
                <a:off x="3144960" y="437184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sp>
        <p:nvSpPr>
          <p:cNvPr id="2902" name="Text Box 15"/>
          <p:cNvSpPr/>
          <p:nvPr/>
        </p:nvSpPr>
        <p:spPr>
          <a:xfrm>
            <a:off x="4758840" y="3743280"/>
            <a:ext cx="221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it-IT" sz="2400" spc="-1" strike="noStrike">
                <a:solidFill>
                  <a:srgbClr val="ffff66"/>
                </a:solidFill>
                <a:latin typeface="Verdana"/>
              </a:rPr>
              <a:t>polarized light 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03" name="Group 16"/>
          <p:cNvGrpSpPr/>
          <p:nvPr/>
        </p:nvGrpSpPr>
        <p:grpSpPr>
          <a:xfrm>
            <a:off x="3287520" y="3367440"/>
            <a:ext cx="277560" cy="1177200"/>
            <a:chOff x="3287520" y="3367440"/>
            <a:chExt cx="277560" cy="1177200"/>
          </a:xfrm>
        </p:grpSpPr>
        <p:sp>
          <p:nvSpPr>
            <p:cNvPr id="2904" name="Line 17"/>
            <p:cNvSpPr/>
            <p:nvPr/>
          </p:nvSpPr>
          <p:spPr>
            <a:xfrm flipV="1">
              <a:off x="3428280" y="3367440"/>
              <a:ext cx="136800" cy="93960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05" name="Group 18"/>
            <p:cNvGrpSpPr/>
            <p:nvPr/>
          </p:nvGrpSpPr>
          <p:grpSpPr>
            <a:xfrm>
              <a:off x="3287520" y="4301280"/>
              <a:ext cx="243000" cy="243360"/>
              <a:chOff x="3287520" y="4301280"/>
              <a:chExt cx="243000" cy="243360"/>
            </a:xfrm>
          </p:grpSpPr>
          <p:sp>
            <p:nvSpPr>
              <p:cNvPr id="2906" name="Oval 19"/>
              <p:cNvSpPr/>
              <p:nvPr/>
            </p:nvSpPr>
            <p:spPr>
              <a:xfrm rot="474600">
                <a:off x="3300840" y="431496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07" name="Oval 20"/>
              <p:cNvSpPr/>
              <p:nvPr/>
            </p:nvSpPr>
            <p:spPr>
              <a:xfrm rot="474600">
                <a:off x="3357720" y="437256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08" name="Group 21"/>
          <p:cNvGrpSpPr/>
          <p:nvPr/>
        </p:nvGrpSpPr>
        <p:grpSpPr>
          <a:xfrm>
            <a:off x="3478320" y="3420360"/>
            <a:ext cx="497160" cy="1141560"/>
            <a:chOff x="3478320" y="3420360"/>
            <a:chExt cx="497160" cy="1141560"/>
          </a:xfrm>
        </p:grpSpPr>
        <p:sp>
          <p:nvSpPr>
            <p:cNvPr id="2909" name="Line 22"/>
            <p:cNvSpPr/>
            <p:nvPr/>
          </p:nvSpPr>
          <p:spPr>
            <a:xfrm flipV="1">
              <a:off x="3657240" y="3420360"/>
              <a:ext cx="318240" cy="89424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10" name="Group 23"/>
            <p:cNvGrpSpPr/>
            <p:nvPr/>
          </p:nvGrpSpPr>
          <p:grpSpPr>
            <a:xfrm>
              <a:off x="3478320" y="4287240"/>
              <a:ext cx="274680" cy="274680"/>
              <a:chOff x="3478320" y="4287240"/>
              <a:chExt cx="274680" cy="274680"/>
            </a:xfrm>
          </p:grpSpPr>
          <p:sp>
            <p:nvSpPr>
              <p:cNvPr id="2911" name="Oval 24"/>
              <p:cNvSpPr/>
              <p:nvPr/>
            </p:nvSpPr>
            <p:spPr>
              <a:xfrm rot="1153200">
                <a:off x="3507480" y="431640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12" name="Oval 25"/>
              <p:cNvSpPr/>
              <p:nvPr/>
            </p:nvSpPr>
            <p:spPr>
              <a:xfrm rot="1153200">
                <a:off x="3563640" y="437436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13" name="Group 26"/>
          <p:cNvGrpSpPr/>
          <p:nvPr/>
        </p:nvGrpSpPr>
        <p:grpSpPr>
          <a:xfrm>
            <a:off x="3690360" y="3511800"/>
            <a:ext cx="697320" cy="1062000"/>
            <a:chOff x="3690360" y="3511800"/>
            <a:chExt cx="697320" cy="1062000"/>
          </a:xfrm>
        </p:grpSpPr>
        <p:sp>
          <p:nvSpPr>
            <p:cNvPr id="2914" name="Line 27"/>
            <p:cNvSpPr/>
            <p:nvPr/>
          </p:nvSpPr>
          <p:spPr>
            <a:xfrm flipV="1">
              <a:off x="3900240" y="3511800"/>
              <a:ext cx="487440" cy="81468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15" name="Group 28"/>
            <p:cNvGrpSpPr/>
            <p:nvPr/>
          </p:nvGrpSpPr>
          <p:grpSpPr>
            <a:xfrm>
              <a:off x="3690360" y="4278600"/>
              <a:ext cx="295200" cy="295200"/>
              <a:chOff x="3690360" y="4278600"/>
              <a:chExt cx="295200" cy="295200"/>
            </a:xfrm>
          </p:grpSpPr>
          <p:sp>
            <p:nvSpPr>
              <p:cNvPr id="2916" name="Oval 29"/>
              <p:cNvSpPr/>
              <p:nvPr/>
            </p:nvSpPr>
            <p:spPr>
              <a:xfrm rot="1830600">
                <a:off x="3729960" y="431820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17" name="Oval 30"/>
              <p:cNvSpPr/>
              <p:nvPr/>
            </p:nvSpPr>
            <p:spPr>
              <a:xfrm rot="1830600">
                <a:off x="3785040" y="437652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18" name="Group 31"/>
          <p:cNvGrpSpPr/>
          <p:nvPr/>
        </p:nvGrpSpPr>
        <p:grpSpPr>
          <a:xfrm>
            <a:off x="3901680" y="3638520"/>
            <a:ext cx="870480" cy="941400"/>
            <a:chOff x="3901680" y="3638520"/>
            <a:chExt cx="870480" cy="941400"/>
          </a:xfrm>
        </p:grpSpPr>
        <p:sp>
          <p:nvSpPr>
            <p:cNvPr id="2919" name="Line 32"/>
            <p:cNvSpPr/>
            <p:nvPr/>
          </p:nvSpPr>
          <p:spPr>
            <a:xfrm flipV="1">
              <a:off x="4134600" y="3638520"/>
              <a:ext cx="637560" cy="70344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20" name="Group 33"/>
            <p:cNvGrpSpPr/>
            <p:nvPr/>
          </p:nvGrpSpPr>
          <p:grpSpPr>
            <a:xfrm>
              <a:off x="3901680" y="4275360"/>
              <a:ext cx="304560" cy="304560"/>
              <a:chOff x="3901680" y="4275360"/>
              <a:chExt cx="304560" cy="304560"/>
            </a:xfrm>
          </p:grpSpPr>
          <p:sp>
            <p:nvSpPr>
              <p:cNvPr id="2921" name="Oval 34"/>
              <p:cNvSpPr/>
              <p:nvPr/>
            </p:nvSpPr>
            <p:spPr>
              <a:xfrm rot="2508000">
                <a:off x="3945960" y="431964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22" name="Oval 35"/>
              <p:cNvSpPr/>
              <p:nvPr/>
            </p:nvSpPr>
            <p:spPr>
              <a:xfrm rot="2508000">
                <a:off x="4000320" y="437796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23" name="Group 36"/>
          <p:cNvGrpSpPr/>
          <p:nvPr/>
        </p:nvGrpSpPr>
        <p:grpSpPr>
          <a:xfrm>
            <a:off x="4118400" y="3873600"/>
            <a:ext cx="1058400" cy="705240"/>
            <a:chOff x="4118400" y="3873600"/>
            <a:chExt cx="1058400" cy="705240"/>
          </a:xfrm>
        </p:grpSpPr>
        <p:sp>
          <p:nvSpPr>
            <p:cNvPr id="2924" name="Line 37"/>
            <p:cNvSpPr/>
            <p:nvPr/>
          </p:nvSpPr>
          <p:spPr>
            <a:xfrm flipV="1">
              <a:off x="4368240" y="3873600"/>
              <a:ext cx="808560" cy="49752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25" name="Group 38"/>
            <p:cNvGrpSpPr/>
            <p:nvPr/>
          </p:nvGrpSpPr>
          <p:grpSpPr>
            <a:xfrm>
              <a:off x="4118400" y="4281840"/>
              <a:ext cx="297000" cy="297000"/>
              <a:chOff x="4118400" y="4281840"/>
              <a:chExt cx="297000" cy="297000"/>
            </a:xfrm>
          </p:grpSpPr>
          <p:sp>
            <p:nvSpPr>
              <p:cNvPr id="2926" name="Oval 39"/>
              <p:cNvSpPr/>
              <p:nvPr/>
            </p:nvSpPr>
            <p:spPr>
              <a:xfrm rot="3480600">
                <a:off x="4159080" y="432252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27" name="Oval 40"/>
              <p:cNvSpPr/>
              <p:nvPr/>
            </p:nvSpPr>
            <p:spPr>
              <a:xfrm rot="3480600">
                <a:off x="4212000" y="438084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28" name="Group 41"/>
          <p:cNvGrpSpPr/>
          <p:nvPr/>
        </p:nvGrpSpPr>
        <p:grpSpPr>
          <a:xfrm>
            <a:off x="4343760" y="3917520"/>
            <a:ext cx="1085400" cy="652680"/>
            <a:chOff x="4343760" y="3917520"/>
            <a:chExt cx="1085400" cy="652680"/>
          </a:xfrm>
        </p:grpSpPr>
        <p:sp>
          <p:nvSpPr>
            <p:cNvPr id="2929" name="Line 42"/>
            <p:cNvSpPr/>
            <p:nvPr/>
          </p:nvSpPr>
          <p:spPr>
            <a:xfrm flipV="1">
              <a:off x="4594320" y="3917520"/>
              <a:ext cx="834840" cy="45216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30" name="Group 43"/>
            <p:cNvGrpSpPr/>
            <p:nvPr/>
          </p:nvGrpSpPr>
          <p:grpSpPr>
            <a:xfrm>
              <a:off x="4343760" y="4277160"/>
              <a:ext cx="293040" cy="293040"/>
              <a:chOff x="4343760" y="4277160"/>
              <a:chExt cx="293040" cy="293040"/>
            </a:xfrm>
          </p:grpSpPr>
          <p:sp>
            <p:nvSpPr>
              <p:cNvPr id="2931" name="Oval 44"/>
              <p:cNvSpPr/>
              <p:nvPr/>
            </p:nvSpPr>
            <p:spPr>
              <a:xfrm rot="3671400">
                <a:off x="4382280" y="431568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32" name="Oval 45"/>
              <p:cNvSpPr/>
              <p:nvPr/>
            </p:nvSpPr>
            <p:spPr>
              <a:xfrm rot="3671400">
                <a:off x="4434840" y="437364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33" name="Group 46"/>
          <p:cNvGrpSpPr/>
          <p:nvPr/>
        </p:nvGrpSpPr>
        <p:grpSpPr>
          <a:xfrm>
            <a:off x="4583520" y="4053600"/>
            <a:ext cx="1139040" cy="510840"/>
            <a:chOff x="4583520" y="4053600"/>
            <a:chExt cx="1139040" cy="510840"/>
          </a:xfrm>
        </p:grpSpPr>
        <p:sp>
          <p:nvSpPr>
            <p:cNvPr id="2934" name="Line 47"/>
            <p:cNvSpPr/>
            <p:nvPr/>
          </p:nvSpPr>
          <p:spPr>
            <a:xfrm flipV="1">
              <a:off x="4833360" y="4053600"/>
              <a:ext cx="889200" cy="33264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35" name="Group 48"/>
            <p:cNvGrpSpPr/>
            <p:nvPr/>
          </p:nvGrpSpPr>
          <p:grpSpPr>
            <a:xfrm>
              <a:off x="4583520" y="4286160"/>
              <a:ext cx="278640" cy="278280"/>
              <a:chOff x="4583520" y="4286160"/>
              <a:chExt cx="278640" cy="278280"/>
            </a:xfrm>
          </p:grpSpPr>
          <p:sp>
            <p:nvSpPr>
              <p:cNvPr id="2936" name="Oval 49"/>
              <p:cNvSpPr/>
              <p:nvPr/>
            </p:nvSpPr>
            <p:spPr>
              <a:xfrm rot="4146600">
                <a:off x="4614840" y="431748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37" name="Oval 50"/>
              <p:cNvSpPr/>
              <p:nvPr/>
            </p:nvSpPr>
            <p:spPr>
              <a:xfrm rot="4146600">
                <a:off x="4667040" y="437544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38" name="Group 51"/>
          <p:cNvGrpSpPr/>
          <p:nvPr/>
        </p:nvGrpSpPr>
        <p:grpSpPr>
          <a:xfrm>
            <a:off x="4827600" y="4259520"/>
            <a:ext cx="1177560" cy="292680"/>
            <a:chOff x="4827600" y="4259520"/>
            <a:chExt cx="1177560" cy="292680"/>
          </a:xfrm>
        </p:grpSpPr>
        <p:sp>
          <p:nvSpPr>
            <p:cNvPr id="2939" name="Line 52"/>
            <p:cNvSpPr/>
            <p:nvPr/>
          </p:nvSpPr>
          <p:spPr>
            <a:xfrm flipV="1">
              <a:off x="5068080" y="4259520"/>
              <a:ext cx="937080" cy="15192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40" name="Group 53"/>
            <p:cNvGrpSpPr/>
            <p:nvPr/>
          </p:nvGrpSpPr>
          <p:grpSpPr>
            <a:xfrm>
              <a:off x="4827600" y="4303800"/>
              <a:ext cx="248760" cy="248400"/>
              <a:chOff x="4827600" y="4303800"/>
              <a:chExt cx="248760" cy="248400"/>
            </a:xfrm>
          </p:grpSpPr>
          <p:sp>
            <p:nvSpPr>
              <p:cNvPr id="2941" name="Oval 54"/>
              <p:cNvSpPr/>
              <p:nvPr/>
            </p:nvSpPr>
            <p:spPr>
              <a:xfrm rot="4825200">
                <a:off x="4844160" y="432000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42" name="Oval 55"/>
              <p:cNvSpPr/>
              <p:nvPr/>
            </p:nvSpPr>
            <p:spPr>
              <a:xfrm rot="4825200">
                <a:off x="4895280" y="437760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43" name="Group 56"/>
          <p:cNvGrpSpPr/>
          <p:nvPr/>
        </p:nvGrpSpPr>
        <p:grpSpPr>
          <a:xfrm>
            <a:off x="5069160" y="4319640"/>
            <a:ext cx="1174320" cy="215640"/>
            <a:chOff x="5069160" y="4319640"/>
            <a:chExt cx="1174320" cy="215640"/>
          </a:xfrm>
        </p:grpSpPr>
        <p:sp>
          <p:nvSpPr>
            <p:cNvPr id="2944" name="Line 57"/>
            <p:cNvSpPr/>
            <p:nvPr/>
          </p:nvSpPr>
          <p:spPr>
            <a:xfrm>
              <a:off x="5294160" y="4430520"/>
              <a:ext cx="949320" cy="648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520" bIns="-3852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45" name="Group 58"/>
            <p:cNvGrpSpPr/>
            <p:nvPr/>
          </p:nvGrpSpPr>
          <p:grpSpPr>
            <a:xfrm>
              <a:off x="5069160" y="4319640"/>
              <a:ext cx="215640" cy="215640"/>
              <a:chOff x="5069160" y="4319640"/>
              <a:chExt cx="215640" cy="215640"/>
            </a:xfrm>
          </p:grpSpPr>
          <p:sp>
            <p:nvSpPr>
              <p:cNvPr id="2946" name="Oval 59"/>
              <p:cNvSpPr/>
              <p:nvPr/>
            </p:nvSpPr>
            <p:spPr>
              <a:xfrm rot="5400000">
                <a:off x="5069160" y="431964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47" name="Oval 60"/>
              <p:cNvSpPr/>
              <p:nvPr/>
            </p:nvSpPr>
            <p:spPr>
              <a:xfrm rot="5400000">
                <a:off x="5119920" y="437688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48" name="Group 61"/>
          <p:cNvGrpSpPr/>
          <p:nvPr/>
        </p:nvGrpSpPr>
        <p:grpSpPr>
          <a:xfrm>
            <a:off x="5275440" y="4298400"/>
            <a:ext cx="1168200" cy="365040"/>
            <a:chOff x="5275440" y="4298400"/>
            <a:chExt cx="1168200" cy="365040"/>
          </a:xfrm>
        </p:grpSpPr>
        <p:sp>
          <p:nvSpPr>
            <p:cNvPr id="2949" name="Line 62"/>
            <p:cNvSpPr/>
            <p:nvPr/>
          </p:nvSpPr>
          <p:spPr>
            <a:xfrm>
              <a:off x="5517720" y="4455000"/>
              <a:ext cx="925920" cy="20844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50" name="Group 63"/>
            <p:cNvGrpSpPr/>
            <p:nvPr/>
          </p:nvGrpSpPr>
          <p:grpSpPr>
            <a:xfrm>
              <a:off x="5275440" y="4298400"/>
              <a:ext cx="256680" cy="256680"/>
              <a:chOff x="5275440" y="4298400"/>
              <a:chExt cx="256680" cy="256680"/>
            </a:xfrm>
          </p:grpSpPr>
          <p:sp>
            <p:nvSpPr>
              <p:cNvPr id="2951" name="Oval 64"/>
              <p:cNvSpPr/>
              <p:nvPr/>
            </p:nvSpPr>
            <p:spPr>
              <a:xfrm rot="6138600">
                <a:off x="5295960" y="431892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52" name="Oval 65"/>
              <p:cNvSpPr/>
              <p:nvPr/>
            </p:nvSpPr>
            <p:spPr>
              <a:xfrm rot="6138600">
                <a:off x="5346000" y="437508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grpSp>
        <p:nvGrpSpPr>
          <p:cNvPr id="2953" name="Group 66"/>
          <p:cNvGrpSpPr/>
          <p:nvPr/>
        </p:nvGrpSpPr>
        <p:grpSpPr>
          <a:xfrm>
            <a:off x="5485320" y="4276800"/>
            <a:ext cx="1076040" cy="669240"/>
            <a:chOff x="5485320" y="4276800"/>
            <a:chExt cx="1076040" cy="669240"/>
          </a:xfrm>
        </p:grpSpPr>
        <p:sp>
          <p:nvSpPr>
            <p:cNvPr id="2954" name="Line 67"/>
            <p:cNvSpPr/>
            <p:nvPr/>
          </p:nvSpPr>
          <p:spPr>
            <a:xfrm>
              <a:off x="5732640" y="4482720"/>
              <a:ext cx="828720" cy="463320"/>
            </a:xfrm>
            <a:prstGeom prst="line">
              <a:avLst/>
            </a:prstGeom>
            <a:ln w="25400">
              <a:solidFill>
                <a:srgbClr val="8a578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2955" name="Group 68"/>
            <p:cNvGrpSpPr/>
            <p:nvPr/>
          </p:nvGrpSpPr>
          <p:grpSpPr>
            <a:xfrm>
              <a:off x="5485320" y="4276800"/>
              <a:ext cx="293040" cy="293040"/>
              <a:chOff x="5485320" y="4276800"/>
              <a:chExt cx="293040" cy="293040"/>
            </a:xfrm>
          </p:grpSpPr>
          <p:sp>
            <p:nvSpPr>
              <p:cNvPr id="2956" name="Oval 69"/>
              <p:cNvSpPr/>
              <p:nvPr/>
            </p:nvSpPr>
            <p:spPr>
              <a:xfrm rot="7129800">
                <a:off x="5523840" y="4315320"/>
                <a:ext cx="215640" cy="215640"/>
              </a:xfrm>
              <a:prstGeom prst="ellipse">
                <a:avLst/>
              </a:prstGeom>
              <a:noFill/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57" name="Oval 70"/>
              <p:cNvSpPr/>
              <p:nvPr/>
            </p:nvSpPr>
            <p:spPr>
              <a:xfrm rot="7129800">
                <a:off x="5573520" y="4370760"/>
                <a:ext cx="107640" cy="107640"/>
              </a:xfrm>
              <a:prstGeom prst="ellipse">
                <a:avLst/>
              </a:prstGeom>
              <a:solidFill>
                <a:srgbClr val="8a578f"/>
              </a:solidFill>
              <a:ln w="25400">
                <a:solidFill>
                  <a:srgbClr val="8a578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1680" bIns="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sp>
        <p:nvSpPr>
          <p:cNvPr id="2958" name="Text Box 71"/>
          <p:cNvSpPr/>
          <p:nvPr/>
        </p:nvSpPr>
        <p:spPr>
          <a:xfrm>
            <a:off x="6545160" y="5587920"/>
            <a:ext cx="2144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it-IT" sz="2400" spc="-1" strike="noStrike">
                <a:solidFill>
                  <a:srgbClr val="66ff66"/>
                </a:solidFill>
                <a:latin typeface="Verdana"/>
              </a:rPr>
              <a:t>non-polarized 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it-IT" sz="2400" spc="-1" strike="noStrike">
                <a:solidFill>
                  <a:srgbClr val="66ff66"/>
                </a:solidFill>
                <a:latin typeface="Verdana"/>
              </a:rPr>
              <a:t>light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26" dur="indefinite" restart="never" nodeType="tmRoot">
          <p:childTnLst>
            <p:seq>
              <p:cTn id="1127" dur="indefinite" nodeType="mainSeq">
                <p:childTnLst>
                  <p:par>
                    <p:cTn id="1128" nodeType="clickEffect" fill="hold">
                      <p:stCondLst>
                        <p:cond delay="indefinite"/>
                      </p:stCondLst>
                      <p:childTnLst>
                        <p:par>
                          <p:cTn id="11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autoRev="1" nodeType="click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131" dur="1000" fill="hold"/>
                                        <p:tgtEl>
                                          <p:spTgt spid="289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2" nodeType="clickEffect" fill="hold">
                      <p:stCondLst>
                        <p:cond delay="indefinite"/>
                      </p:stCondLst>
                      <p:childTnLst>
                        <p:par>
                          <p:cTn id="11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4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39" dur="100" fill="hold"/>
                                        <p:tgtEl>
                                          <p:spTgt spid="289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40" nodeType="withEffect" fill="hold" presetClass="emph" presetID="3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41" dur="100" fill="hold"/>
                                        <p:tgtEl>
                                          <p:spTgt spid="2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a578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2" nodeType="withEffect" fill="hold" presetClass="emph" presetID="3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143" dur="100" fill="hold"/>
                                        <p:tgtEl>
                                          <p:spTgt spid="2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a578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4" nodeType="clickEffect" fill="hold">
                      <p:stCondLst>
                        <p:cond delay="indefinite"/>
                      </p:stCondLst>
                      <p:childTnLst>
                        <p:par>
                          <p:cTn id="1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47" dur="1000"/>
                                        <p:tgtEl>
                                          <p:spTgt spid="2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50" dur="1000"/>
                                        <p:tgtEl>
                                          <p:spTgt spid="2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2" nodeType="withEffect" fill="remove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 L 0.65052 0.00093 E">
                                      <p:cBhvr>
                                        <p:cTn id="1153" dur="2000" fill="hold"/>
                                        <p:tgtEl>
                                          <p:spTgt spid="28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5" nodeType="afterEffect" fill="hold" presetClass="entr" presetID="30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7" dur="8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58" dur="800" fill="hold"/>
                                        <p:tgtEl>
                                          <p:spTgt spid="29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9" dur="800" fill="hold"/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0" dur="800" fill="hold"/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3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164" dur="100" fill="hold"/>
                                        <p:tgtEl>
                                          <p:spTgt spid="289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5" nodeType="clickEffect" fill="hold">
                      <p:stCondLst>
                        <p:cond delay="indefinite"/>
                      </p:stCondLst>
                      <p:childTnLst>
                        <p:par>
                          <p:cTn id="11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7" nodeType="clickEffect" fill="hold" presetClass="exit" presetID="56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anim calcmode="lin" valueType="num" from="(#ppt_w)" to="(-#ppt_w*2)">
                                      <p:cBhvr additive="repl">
                                        <p:cTn id="1168" dur="15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calcmode="lin" valueType="num" by="(#ppt_w*0.50)">
                                      <p:cBhvr additive="repl">
                                        <p:cTn id="1169" dur="15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(#ppt_y)" to="(1+#ppt_h/2)">
                                      <p:cBhvr additive="repl">
                                        <p:cTn id="1170" dur="3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7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3" nodeType="afterEffect" fill="hold">
                            <p:stCondLst>
                              <p:cond delay="690"/>
                            </p:stCondLst>
                            <p:childTnLst>
                              <p:par>
                                <p:cTn id="1174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8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179" dur="100" fill="hold"/>
                                        <p:tgtEl>
                                          <p:spTgt spid="29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nodeType="afterEffect" fill="hold">
                            <p:stCondLst>
                              <p:cond delay="890"/>
                            </p:stCondLst>
                            <p:childTnLst>
                              <p:par>
                                <p:cTn id="1181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186" dur="100" fill="hold"/>
                                        <p:tgtEl>
                                          <p:spTgt spid="290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7" nodeType="afterEffect" fill="hold">
                            <p:stCondLst>
                              <p:cond delay="1090"/>
                            </p:stCondLst>
                            <p:childTnLst>
                              <p:par>
                                <p:cTn id="1188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193" dur="100" fill="hold"/>
                                        <p:tgtEl>
                                          <p:spTgt spid="29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4" nodeType="afterEffect" fill="hold">
                            <p:stCondLst>
                              <p:cond delay="1290"/>
                            </p:stCondLst>
                            <p:childTnLst>
                              <p:par>
                                <p:cTn id="1195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9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00" dur="100" fill="hold"/>
                                        <p:tgtEl>
                                          <p:spTgt spid="29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1" nodeType="afterEffect" fill="hold">
                            <p:stCondLst>
                              <p:cond delay="1490"/>
                            </p:stCondLst>
                            <p:childTnLst>
                              <p:par>
                                <p:cTn id="1202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6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07" dur="100" fill="hold"/>
                                        <p:tgtEl>
                                          <p:spTgt spid="29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8" nodeType="afterEffect" fill="hold">
                            <p:stCondLst>
                              <p:cond delay="1690"/>
                            </p:stCondLst>
                            <p:childTnLst>
                              <p:par>
                                <p:cTn id="1209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3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14" dur="100" fill="hold"/>
                                        <p:tgtEl>
                                          <p:spTgt spid="29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5" nodeType="afterEffect" fill="hold">
                            <p:stCondLst>
                              <p:cond delay="1890"/>
                            </p:stCondLst>
                            <p:childTnLst>
                              <p:par>
                                <p:cTn id="1216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0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21" dur="100" fill="hold"/>
                                        <p:tgtEl>
                                          <p:spTgt spid="29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2" nodeType="afterEffect" fill="hold">
                            <p:stCondLst>
                              <p:cond delay="2090"/>
                            </p:stCondLst>
                            <p:childTnLst>
                              <p:par>
                                <p:cTn id="1223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28" dur="100" fill="hold"/>
                                        <p:tgtEl>
                                          <p:spTgt spid="29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9" nodeType="afterEffect" fill="hold">
                            <p:stCondLst>
                              <p:cond delay="2290"/>
                            </p:stCondLst>
                            <p:childTnLst>
                              <p:par>
                                <p:cTn id="1230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35" dur="100" fill="hold"/>
                                        <p:tgtEl>
                                          <p:spTgt spid="29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6" nodeType="afterEffect" fill="hold">
                            <p:stCondLst>
                              <p:cond delay="2490"/>
                            </p:stCondLst>
                            <p:childTnLst>
                              <p:par>
                                <p:cTn id="1237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1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42" dur="100" fill="hold"/>
                                        <p:tgtEl>
                                          <p:spTgt spid="294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3" nodeType="afterEffect" fill="hold">
                            <p:stCondLst>
                              <p:cond delay="2690"/>
                            </p:stCondLst>
                            <p:childTnLst>
                              <p:par>
                                <p:cTn id="1244" nodeType="after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8" autoRev="1" nodeType="withEffect" fill="hold" presetClass="emph" presetID="6" repeatCount="indefinite">
                                  <p:stCondLst>
                                    <p:cond delay="0"/>
                                  </p:stCondLst>
                                  <p:endCondLst>
                                    <p:cond delay="0" evt="onNext"/>
                                  </p:endCondLst>
                                  <p:childTnLst>
                                    <p:animScale>
                                      <p:cBhvr>
                                        <p:cTn id="1249" dur="100" fill="hold"/>
                                        <p:tgtEl>
                                          <p:spTgt spid="29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nodeType="afterEffect" fill="hold">
                            <p:stCondLst>
                              <p:cond delay="2890"/>
                            </p:stCondLst>
                            <p:childTnLst>
                              <p:par>
                                <p:cTn id="1251" nodeType="afterEffect" fill="hold" presetClass="entr" presetID="2" presetSubtype="1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53" dur="500" fill="hold"/>
                                        <p:tgtEl>
                                          <p:spTgt spid="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4" dur="500" fill="hold"/>
                                        <p:tgtEl>
                                          <p:spTgt spid="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nodeType="afterEffect" fill="hold">
                            <p:stCondLst>
                              <p:cond delay="3390"/>
                            </p:stCondLst>
                            <p:childTnLst>
                              <p:par>
                                <p:cTn id="1256" nodeType="afterEffect" fill="hold" presetClass="emph" presetID="36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animScale>
                                      <p:cBhvr>
                                        <p:cTn id="125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</p:cBhvr>
                                      <p:to x="80000" y="100000"/>
                                    </p:animScale>
                                    <p:anim calcmode="lin" valueType="num" by="(#ppt_w*0.10)">
                                      <p:cBhvr additive="repl">
                                        <p:cTn id="125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by="(-#ppt_w*0.10)">
                                      <p:cBhvr additive="repl">
                                        <p:cTn id="125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260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Line 2"/>
          <p:cNvSpPr/>
          <p:nvPr/>
        </p:nvSpPr>
        <p:spPr>
          <a:xfrm flipV="1">
            <a:off x="2847960" y="3438360"/>
            <a:ext cx="6120" cy="949320"/>
          </a:xfrm>
          <a:prstGeom prst="line">
            <a:avLst/>
          </a:prstGeom>
          <a:ln w="12700">
            <a:solidFill>
              <a:srgbClr val="000000"/>
            </a:solidFill>
            <a:round/>
            <a:tailEnd len="lg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0" name="Line 3"/>
          <p:cNvSpPr/>
          <p:nvPr/>
        </p:nvSpPr>
        <p:spPr>
          <a:xfrm flipV="1">
            <a:off x="2844720" y="3855960"/>
            <a:ext cx="361800" cy="520560"/>
          </a:xfrm>
          <a:prstGeom prst="line">
            <a:avLst/>
          </a:prstGeom>
          <a:ln w="25400">
            <a:solidFill>
              <a:srgbClr val="e30e03"/>
            </a:solidFill>
            <a:round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1" name="Line 4"/>
          <p:cNvSpPr/>
          <p:nvPr/>
        </p:nvSpPr>
        <p:spPr>
          <a:xfrm flipV="1">
            <a:off x="3209760" y="3836880"/>
            <a:ext cx="6480" cy="949320"/>
          </a:xfrm>
          <a:prstGeom prst="line">
            <a:avLst/>
          </a:prstGeom>
          <a:ln w="9525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2" name="Line 5"/>
          <p:cNvSpPr/>
          <p:nvPr/>
        </p:nvSpPr>
        <p:spPr>
          <a:xfrm>
            <a:off x="2855880" y="3455640"/>
            <a:ext cx="368280" cy="408240"/>
          </a:xfrm>
          <a:prstGeom prst="line">
            <a:avLst/>
          </a:prstGeom>
          <a:ln w="9525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3" name="Freeform 6"/>
          <p:cNvSpPr/>
          <p:nvPr/>
        </p:nvSpPr>
        <p:spPr>
          <a:xfrm>
            <a:off x="2909880" y="4267080"/>
            <a:ext cx="87120" cy="282240"/>
          </a:xfrm>
          <a:custGeom>
            <a:avLst/>
            <a:gdLst>
              <a:gd name="textAreaLeft" fmla="*/ 0 w 87120"/>
              <a:gd name="textAreaRight" fmla="*/ 87480 w 87120"/>
              <a:gd name="textAreaTop" fmla="*/ 0 h 282240"/>
              <a:gd name="textAreaBottom" fmla="*/ 282600 h 282240"/>
            </a:gdLst>
            <a:ahLst/>
            <a:rect l="textAreaLeft" t="textAreaTop" r="textAreaRight" b="textAreaBottom"/>
            <a:pathLst>
              <a:path w="55" h="178">
                <a:moveTo>
                  <a:pt x="0" y="0"/>
                </a:moveTo>
                <a:cubicBezTo>
                  <a:pt x="18" y="24"/>
                  <a:pt x="36" y="48"/>
                  <a:pt x="45" y="78"/>
                </a:cubicBezTo>
                <a:cubicBezTo>
                  <a:pt x="54" y="108"/>
                  <a:pt x="55" y="164"/>
                  <a:pt x="54" y="17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4" name="Rectangle 7"/>
          <p:cNvSpPr/>
          <p:nvPr/>
        </p:nvSpPr>
        <p:spPr>
          <a:xfrm>
            <a:off x="5603760" y="1704960"/>
            <a:ext cx="3539880" cy="4435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000" spc="-1" strike="noStrike">
                <a:solidFill>
                  <a:schemeClr val="dk2"/>
                </a:solidFill>
                <a:latin typeface="Arial"/>
              </a:rPr>
              <a:t>Polarizers</a:t>
            </a:r>
            <a:endParaRPr b="0" lang="it-IT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6" name="Line 9"/>
          <p:cNvSpPr/>
          <p:nvPr/>
        </p:nvSpPr>
        <p:spPr>
          <a:xfrm flipV="1">
            <a:off x="2871720" y="3431880"/>
            <a:ext cx="6120" cy="949320"/>
          </a:xfrm>
          <a:prstGeom prst="line">
            <a:avLst/>
          </a:prstGeom>
          <a:ln w="25400">
            <a:solidFill>
              <a:srgbClr val="e30e03"/>
            </a:solidFill>
            <a:round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7" name="Text Box 10"/>
          <p:cNvSpPr/>
          <p:nvPr/>
        </p:nvSpPr>
        <p:spPr>
          <a:xfrm>
            <a:off x="2375640" y="3289320"/>
            <a:ext cx="30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e30e03"/>
                </a:solidFill>
                <a:latin typeface="Verdana"/>
              </a:rPr>
              <a:t>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8" name="Rectangle 11"/>
          <p:cNvSpPr/>
          <p:nvPr/>
        </p:nvSpPr>
        <p:spPr>
          <a:xfrm>
            <a:off x="4905360" y="2886120"/>
            <a:ext cx="680760" cy="1945800"/>
          </a:xfrm>
          <a:prstGeom prst="rect">
            <a:avLst/>
          </a:prstGeom>
          <a:solidFill>
            <a:srgbClr val="ccffcc"/>
          </a:solidFill>
          <a:ln w="9525">
            <a:solidFill>
              <a:srgbClr val="cc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69" name="Line 12"/>
          <p:cNvSpPr/>
          <p:nvPr/>
        </p:nvSpPr>
        <p:spPr>
          <a:xfrm flipV="1">
            <a:off x="4979880" y="2979720"/>
            <a:ext cx="12600" cy="1761840"/>
          </a:xfrm>
          <a:prstGeom prst="line">
            <a:avLst/>
          </a:prstGeom>
          <a:ln w="12700">
            <a:solidFill>
              <a:srgbClr val="e30e03"/>
            </a:solidFill>
            <a:round/>
            <a:tailEnd len="med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0" name="Line 13"/>
          <p:cNvSpPr/>
          <p:nvPr/>
        </p:nvSpPr>
        <p:spPr>
          <a:xfrm flipV="1">
            <a:off x="5144760" y="2977920"/>
            <a:ext cx="12960" cy="1762200"/>
          </a:xfrm>
          <a:prstGeom prst="line">
            <a:avLst/>
          </a:prstGeom>
          <a:ln w="12700">
            <a:solidFill>
              <a:srgbClr val="e30e03"/>
            </a:solidFill>
            <a:round/>
            <a:tailEnd len="med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1" name="Line 14"/>
          <p:cNvSpPr/>
          <p:nvPr/>
        </p:nvSpPr>
        <p:spPr>
          <a:xfrm flipV="1">
            <a:off x="5310000" y="2976480"/>
            <a:ext cx="12600" cy="1762200"/>
          </a:xfrm>
          <a:prstGeom prst="line">
            <a:avLst/>
          </a:prstGeom>
          <a:ln w="12700">
            <a:solidFill>
              <a:srgbClr val="e30e03"/>
            </a:solidFill>
            <a:round/>
            <a:tailEnd len="med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2" name="Line 15"/>
          <p:cNvSpPr/>
          <p:nvPr/>
        </p:nvSpPr>
        <p:spPr>
          <a:xfrm flipV="1">
            <a:off x="5475240" y="2974680"/>
            <a:ext cx="12600" cy="1762200"/>
          </a:xfrm>
          <a:prstGeom prst="line">
            <a:avLst/>
          </a:prstGeom>
          <a:ln w="12700">
            <a:solidFill>
              <a:srgbClr val="e30e03"/>
            </a:solidFill>
            <a:round/>
            <a:tailEnd len="med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73" name="Rectangle 16"/>
          <p:cNvSpPr/>
          <p:nvPr/>
        </p:nvSpPr>
        <p:spPr>
          <a:xfrm>
            <a:off x="4890960" y="2900520"/>
            <a:ext cx="680760" cy="1945800"/>
          </a:xfrm>
          <a:prstGeom prst="rect">
            <a:avLst/>
          </a:prstGeom>
          <a:solidFill>
            <a:srgbClr val="ccffcc"/>
          </a:solidFill>
          <a:ln w="9525">
            <a:solidFill>
              <a:srgbClr val="cc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974" name="Group 17"/>
          <p:cNvGrpSpPr/>
          <p:nvPr/>
        </p:nvGrpSpPr>
        <p:grpSpPr>
          <a:xfrm>
            <a:off x="4910040" y="3840120"/>
            <a:ext cx="129960" cy="120240"/>
            <a:chOff x="4910040" y="3840120"/>
            <a:chExt cx="129960" cy="120240"/>
          </a:xfrm>
        </p:grpSpPr>
        <p:sp>
          <p:nvSpPr>
            <p:cNvPr id="2975" name="Oval 18"/>
            <p:cNvSpPr/>
            <p:nvPr/>
          </p:nvSpPr>
          <p:spPr>
            <a:xfrm>
              <a:off x="4910040" y="3840120"/>
              <a:ext cx="129960" cy="120240"/>
            </a:xfrm>
            <a:prstGeom prst="ellipse">
              <a:avLst/>
            </a:prstGeom>
            <a:noFill/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960" bIns="399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76" name="Oval 19"/>
            <p:cNvSpPr/>
            <p:nvPr/>
          </p:nvSpPr>
          <p:spPr>
            <a:xfrm>
              <a:off x="4943520" y="3871800"/>
              <a:ext cx="64800" cy="6012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60" bIns="-21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2977" name="Group 20"/>
          <p:cNvGrpSpPr/>
          <p:nvPr/>
        </p:nvGrpSpPr>
        <p:grpSpPr>
          <a:xfrm>
            <a:off x="5078520" y="3841920"/>
            <a:ext cx="129960" cy="120240"/>
            <a:chOff x="5078520" y="3841920"/>
            <a:chExt cx="129960" cy="120240"/>
          </a:xfrm>
        </p:grpSpPr>
        <p:sp>
          <p:nvSpPr>
            <p:cNvPr id="2978" name="Oval 21"/>
            <p:cNvSpPr/>
            <p:nvPr/>
          </p:nvSpPr>
          <p:spPr>
            <a:xfrm>
              <a:off x="5078520" y="3841920"/>
              <a:ext cx="129960" cy="120240"/>
            </a:xfrm>
            <a:prstGeom prst="ellipse">
              <a:avLst/>
            </a:prstGeom>
            <a:noFill/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960" bIns="399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79" name="Oval 22"/>
            <p:cNvSpPr/>
            <p:nvPr/>
          </p:nvSpPr>
          <p:spPr>
            <a:xfrm>
              <a:off x="5111640" y="3873600"/>
              <a:ext cx="64800" cy="6012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60" bIns="-21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2980" name="Group 23"/>
          <p:cNvGrpSpPr/>
          <p:nvPr/>
        </p:nvGrpSpPr>
        <p:grpSpPr>
          <a:xfrm>
            <a:off x="5246640" y="3843360"/>
            <a:ext cx="129960" cy="120240"/>
            <a:chOff x="5246640" y="3843360"/>
            <a:chExt cx="129960" cy="120240"/>
          </a:xfrm>
        </p:grpSpPr>
        <p:sp>
          <p:nvSpPr>
            <p:cNvPr id="2981" name="Oval 24"/>
            <p:cNvSpPr/>
            <p:nvPr/>
          </p:nvSpPr>
          <p:spPr>
            <a:xfrm>
              <a:off x="5246640" y="3843360"/>
              <a:ext cx="129960" cy="120240"/>
            </a:xfrm>
            <a:prstGeom prst="ellipse">
              <a:avLst/>
            </a:prstGeom>
            <a:noFill/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960" bIns="399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82" name="Oval 25"/>
            <p:cNvSpPr/>
            <p:nvPr/>
          </p:nvSpPr>
          <p:spPr>
            <a:xfrm>
              <a:off x="5280120" y="3875040"/>
              <a:ext cx="64800" cy="6012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60" bIns="-21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2983" name="Group 26"/>
          <p:cNvGrpSpPr/>
          <p:nvPr/>
        </p:nvGrpSpPr>
        <p:grpSpPr>
          <a:xfrm>
            <a:off x="5415120" y="3844800"/>
            <a:ext cx="129960" cy="120240"/>
            <a:chOff x="5415120" y="3844800"/>
            <a:chExt cx="129960" cy="120240"/>
          </a:xfrm>
        </p:grpSpPr>
        <p:sp>
          <p:nvSpPr>
            <p:cNvPr id="2984" name="Oval 27"/>
            <p:cNvSpPr/>
            <p:nvPr/>
          </p:nvSpPr>
          <p:spPr>
            <a:xfrm>
              <a:off x="5415120" y="3844800"/>
              <a:ext cx="129960" cy="120240"/>
            </a:xfrm>
            <a:prstGeom prst="ellipse">
              <a:avLst/>
            </a:prstGeom>
            <a:noFill/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960" bIns="399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2985" name="Oval 28"/>
            <p:cNvSpPr/>
            <p:nvPr/>
          </p:nvSpPr>
          <p:spPr>
            <a:xfrm>
              <a:off x="5448240" y="3876840"/>
              <a:ext cx="64800" cy="6012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e30e0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60" bIns="-2160" anchor="ctr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2986" name="AutoShape 29"/>
          <p:cNvSpPr/>
          <p:nvPr/>
        </p:nvSpPr>
        <p:spPr>
          <a:xfrm>
            <a:off x="7113600" y="3040200"/>
            <a:ext cx="703080" cy="1342800"/>
          </a:xfrm>
          <a:prstGeom prst="moon">
            <a:avLst>
              <a:gd name="adj" fmla="val 50000"/>
            </a:avLst>
          </a:prstGeom>
          <a:solidFill>
            <a:srgbClr val="ccff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7" name="AutoShape 30"/>
          <p:cNvSpPr/>
          <p:nvPr/>
        </p:nvSpPr>
        <p:spPr>
          <a:xfrm>
            <a:off x="6218280" y="3013200"/>
            <a:ext cx="247320" cy="28224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8" name="AutoShape 31"/>
          <p:cNvSpPr/>
          <p:nvPr/>
        </p:nvSpPr>
        <p:spPr>
          <a:xfrm>
            <a:off x="6456240" y="3859200"/>
            <a:ext cx="247320" cy="28224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9" name="AutoShape 32"/>
          <p:cNvSpPr/>
          <p:nvPr/>
        </p:nvSpPr>
        <p:spPr>
          <a:xfrm>
            <a:off x="8420040" y="3052800"/>
            <a:ext cx="247320" cy="28224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0" name="AutoShape 33"/>
          <p:cNvSpPr/>
          <p:nvPr/>
        </p:nvSpPr>
        <p:spPr>
          <a:xfrm>
            <a:off x="8278920" y="4059360"/>
            <a:ext cx="247320" cy="28224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1" name="AutoShape 34"/>
          <p:cNvSpPr/>
          <p:nvPr/>
        </p:nvSpPr>
        <p:spPr>
          <a:xfrm>
            <a:off x="6373800" y="456876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2" name="AutoShape 35"/>
          <p:cNvSpPr/>
          <p:nvPr/>
        </p:nvSpPr>
        <p:spPr>
          <a:xfrm>
            <a:off x="6962760" y="272268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3" name="AutoShape 36"/>
          <p:cNvSpPr/>
          <p:nvPr/>
        </p:nvSpPr>
        <p:spPr>
          <a:xfrm>
            <a:off x="7873920" y="368784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4" name="AutoShape 37"/>
          <p:cNvSpPr/>
          <p:nvPr/>
        </p:nvSpPr>
        <p:spPr>
          <a:xfrm>
            <a:off x="7850160" y="250344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5" name="AutoShape 38"/>
          <p:cNvSpPr/>
          <p:nvPr/>
        </p:nvSpPr>
        <p:spPr>
          <a:xfrm>
            <a:off x="7292880" y="460692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6" name="AutoShape 39"/>
          <p:cNvSpPr/>
          <p:nvPr/>
        </p:nvSpPr>
        <p:spPr>
          <a:xfrm>
            <a:off x="8193240" y="4780080"/>
            <a:ext cx="139320" cy="16632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ff99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8720" bIns="18720" anchor="ctr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7" name="Line 40"/>
          <p:cNvSpPr/>
          <p:nvPr/>
        </p:nvSpPr>
        <p:spPr>
          <a:xfrm>
            <a:off x="2844720" y="4394160"/>
            <a:ext cx="368280" cy="407880"/>
          </a:xfrm>
          <a:prstGeom prst="line">
            <a:avLst/>
          </a:prstGeom>
          <a:ln w="12700">
            <a:solidFill>
              <a:srgbClr val="000000"/>
            </a:solidFill>
            <a:round/>
            <a:tailEnd len="lg" type="arrow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8" name="Line 41"/>
          <p:cNvSpPr/>
          <p:nvPr/>
        </p:nvSpPr>
        <p:spPr>
          <a:xfrm>
            <a:off x="5591160" y="4390920"/>
            <a:ext cx="368280" cy="407880"/>
          </a:xfrm>
          <a:prstGeom prst="line">
            <a:avLst/>
          </a:prstGeom>
          <a:ln w="25400">
            <a:solidFill>
              <a:srgbClr val="ff0000"/>
            </a:solidFill>
            <a:round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999" name="Picture 42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-249120" y="6024600"/>
            <a:ext cx="907560" cy="83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61" dur="indefinite" restart="never" nodeType="tmRoot">
          <p:childTnLst>
            <p:seq>
              <p:cTn id="1262" dur="indefinite" nodeType="mainSeq">
                <p:childTnLst>
                  <p:par>
                    <p:cTn id="1263" nodeType="clickEffect" fill="hold">
                      <p:stCondLst>
                        <p:cond delay="indefinite"/>
                      </p:stCondLst>
                      <p:childTnLst>
                        <p:par>
                          <p:cTn id="12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7" dur="500" fill="hold"/>
                                        <p:tgtEl>
                                          <p:spTgt spid="2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8" dur="500" fill="hold"/>
                                        <p:tgtEl>
                                          <p:spTgt spid="2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1" dur="500" fill="hold"/>
                                        <p:tgtEl>
                                          <p:spTgt spid="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2" dur="500" fill="hold"/>
                                        <p:tgtEl>
                                          <p:spTgt spid="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5" dur="500" fill="hold"/>
                                        <p:tgtEl>
                                          <p:spTgt spid="2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6" dur="500" fill="hold"/>
                                        <p:tgtEl>
                                          <p:spTgt spid="2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9" dur="500" fill="hold"/>
                                        <p:tgtEl>
                                          <p:spTgt spid="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0" dur="500" fill="hold"/>
                                        <p:tgtEl>
                                          <p:spTgt spid="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83" dur="500" fill="hold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4" dur="500" fill="hold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5" nodeType="clickEffect" fill="hold">
                      <p:stCondLst>
                        <p:cond delay="indefinite"/>
                      </p:stCondLst>
                      <p:childTnLst>
                        <p:par>
                          <p:cTn id="12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7" nodeType="clickEffect" fill="remove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007 4.07407E-006 L 0.68559 0.00208 E">
                                      <p:cBhvr>
                                        <p:cTn id="1288" dur="2000" fill="hold"/>
                                        <p:tgtEl>
                                          <p:spTgt spid="29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90" dur="2000"/>
                                        <p:tgtEl>
                                          <p:spTgt spid="2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2" nodeType="clickEffect" fill="hold">
                      <p:stCondLst>
                        <p:cond delay="indefinite"/>
                      </p:stCondLst>
                      <p:childTnLst>
                        <p:par>
                          <p:cTn id="12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4" nodeType="clickEffect" fill="hold" presetClass="exit" presetID="5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9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 0 C 0.03802 0 0.1441 0.02341 0.1826 0.0915 C 0.22118 0.15964 0.24705 0.31256 0.2318 0.4083 C 0.21649 0.50394 0.20747 0.57948 0.0908 0.6661 C -0.02552 0.75279 -0.37517 0.88508 -0.4674 0.9289 E">
                                      <p:cBhvr>
                                        <p:cTn id="12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out">
                                      <p:cBhvr additive="repl">
                                        <p:cTn id="1297" dur="500"/>
                                        <p:tgtEl>
                                          <p:spTgt spid="2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9" nodeType="withEffect" fill="hold" presetClass="exit" presetID="5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 0 C 0.03802 0 0.1441 0.02341 0.1826 0.0915 C 0.22118 0.15964 0.24705 0.31256 0.2318 0.4083 C 0.21649 0.50394 0.20747 0.57948 0.0908 0.6661 C -0.02552 0.75279 -0.37517 0.88508 -0.4674 0.9289 E">
                                      <p:cBhvr>
                                        <p:cTn id="13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out">
                                      <p:cBhvr additive="repl">
                                        <p:cTn id="1302" dur="5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4" nodeType="withEffect" fill="hold" presetClass="exit" presetID="5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 0 C 0.03802 0 0.1441 0.02341 0.1826 0.0915 C 0.22118 0.15964 0.24705 0.31256 0.2318 0.4083 C 0.21649 0.50394 0.20747 0.57948 0.0908 0.6661 C -0.02552 0.75279 -0.37517 0.88508 -0.4674 0.9289 E">
                                      <p:cBhvr>
                                        <p:cTn id="13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out">
                                      <p:cBhvr additive="repl">
                                        <p:cTn id="1307" dur="500"/>
                                        <p:tgtEl>
                                          <p:spTgt spid="29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nodeType="withEffect" fill="hold" presetClass="exit" presetID="5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 0 C 0.03802 0 0.1441 0.02341 0.1826 0.0915 C 0.22118 0.15964 0.24705 0.31256 0.2318 0.4083 C 0.21649 0.50394 0.20747 0.57948 0.0908 0.6661 C -0.02552 0.75279 -0.37517 0.88508 -0.4674 0.9289 E">
                                      <p:cBhvr>
                                        <p:cTn id="13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out">
                                      <p:cBhvr additive="repl">
                                        <p:cTn id="1312" dur="500"/>
                                        <p:tgtEl>
                                          <p:spTgt spid="2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4" nodeType="withEffect" fill="hold" presetClass="exit" presetID="5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 0 C 0.03802 0 0.1441 0.02341 0.1826 0.0915 C 0.22118 0.15964 0.24705 0.31256 0.2318 0.4083 C 0.21649 0.50394 0.20747 0.57948 0.0908 0.6661 C -0.02552 0.75279 -0.37517 0.88508 -0.4674 0.9289 E">
                                      <p:cBhvr>
                                        <p:cTn id="13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out">
                                      <p:cBhvr additive="repl">
                                        <p:cTn id="1317" dur="500"/>
                                        <p:tgtEl>
                                          <p:spTgt spid="2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nodeType="with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3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323" dur="500"/>
                                        <p:tgtEl>
                                          <p:spTgt spid="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nodeType="with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3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328" dur="500"/>
                                        <p:tgtEl>
                                          <p:spTgt spid="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9" nodeType="with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3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333" dur="500"/>
                                        <p:tgtEl>
                                          <p:spTgt spid="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4" nodeType="with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3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338" dur="500"/>
                                        <p:tgtEl>
                                          <p:spTgt spid="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9" nodeType="with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13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1343" dur="500"/>
                                        <p:tgtEl>
                                          <p:spTgt spid="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4" nodeType="clickEffect" fill="hold">
                      <p:stCondLst>
                        <p:cond delay="indefinite"/>
                      </p:stCondLst>
                      <p:childTnLst>
                        <p:par>
                          <p:cTn id="13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6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347" dur="2000" fill="hold"/>
                                        <p:tgtEl>
                                          <p:spTgt spid="29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8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1" dur="5000"/>
                                        <p:tgtEl>
                                          <p:spTgt spid="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2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1353" nodeType="after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5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6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69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7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7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85" nodeType="withEffect" fill="hold" presetClass="entr" presetID="26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8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01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0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17" nodeType="withEffect" fill="hold" presetClass="entr" presetID="2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2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2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33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3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4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49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52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3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4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5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6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7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8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9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0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1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2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3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4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65" nodeType="withEffect" fill="hold" presetClass="entr" presetID="2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6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7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7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81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8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9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9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9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7" nodeType="withEffect" fill="hold" presetClass="entr" presetID="2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4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0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1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13" nodeType="withEffect" fill="hold" presetClass="entr" presetID="26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1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2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2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9" nodeType="clickEffect" fill="hold">
                      <p:stCondLst>
                        <p:cond delay="indefinite"/>
                      </p:stCondLst>
                      <p:childTnLst>
                        <p:par>
                          <p:cTn id="15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1" nodeType="click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3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3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3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1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4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4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1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5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5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5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5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1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6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6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6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6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6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6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1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7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7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7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7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7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1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83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84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6" nodeType="withEffect" fill="hold" presetClass="exit" presetID="3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 from="(#ppt_x)" to="(#ppt_x+1)">
                                      <p:cBhvr additive="repl">
                                        <p:cTn id="15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588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89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"/>
                                      </p:to>
                                    </p:se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3" dur="500"/>
                                        <p:tgtEl>
                                          <p:spTgt spid="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4" nodeType="clickEffect" fill="hold">
                      <p:stCondLst>
                        <p:cond delay="indefinite"/>
                      </p:stCondLst>
                      <p:childTnLst>
                        <p:par>
                          <p:cTn id="15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96" nodeType="click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1598" dur="500"/>
                                        <p:tgtEl>
                                          <p:spTgt spid="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9" nodeType="withEffect" fill="hold" presetClass="entr" presetID="18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 transition="in">
                                      <p:cBhvr additive="repl">
                                        <p:cTn id="1601" dur="500"/>
                                        <p:tgtEl>
                                          <p:spTgt spid="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03" nodeType="after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605" dur="5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6" nodeType="with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608" dur="500"/>
                                        <p:tgtEl>
                                          <p:spTgt spid="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0" nodeType="after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612" dur="500"/>
                                        <p:tgtEl>
                                          <p:spTgt spid="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3" nodeType="clickEffect" fill="hold">
                      <p:stCondLst>
                        <p:cond delay="indefinite"/>
                      </p:stCondLst>
                      <p:childTnLst>
                        <p:par>
                          <p:cTn id="16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5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16" dur="2000" fill="hold"/>
                                        <p:tgtEl>
                                          <p:spTgt spid="29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7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 -0.00208 L 0.29983 -3.7037E-006 E">
                                      <p:cBhvr>
                                        <p:cTn id="1618" dur="2000" fill="hold"/>
                                        <p:tgtEl>
                                          <p:spTgt spid="29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9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20" dur="2000" fill="hold"/>
                                        <p:tgtEl>
                                          <p:spTgt spid="2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1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22" dur="2000" fill="hold"/>
                                        <p:tgtEl>
                                          <p:spTgt spid="29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3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24" dur="2000" fill="hold"/>
                                        <p:tgtEl>
                                          <p:spTgt spid="29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5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26" dur="2000" fill="hold"/>
                                        <p:tgtEl>
                                          <p:spTgt spid="29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6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0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2" nodeType="with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L 0.33107 0.00046 E">
                                      <p:cBhvr>
                                        <p:cTn id="1633" dur="2000" fill="hold"/>
                                        <p:tgtEl>
                                          <p:spTgt spid="29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Optical activity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01" name="Text Box 4"/>
          <p:cNvSpPr/>
          <p:nvPr/>
        </p:nvSpPr>
        <p:spPr>
          <a:xfrm>
            <a:off x="733320" y="1971720"/>
            <a:ext cx="7322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ability of some crystals to </a:t>
            </a:r>
            <a:r>
              <a:rPr b="1" lang="en-US" sz="2800" spc="-1" strike="noStrike">
                <a:solidFill>
                  <a:srgbClr val="ffff00"/>
                </a:solidFill>
                <a:latin typeface="Arial"/>
              </a:rPr>
              <a:t>rotate</a:t>
            </a: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 the wave 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polarization plane</a:t>
            </a:r>
            <a:r>
              <a:rPr b="1" lang="it-IT" sz="2800" spc="-1" strike="noStrike">
                <a:solidFill>
                  <a:schemeClr val="dk1"/>
                </a:solidFill>
                <a:latin typeface="Arial"/>
              </a:rPr>
              <a:t>       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2" name="Text Box 5"/>
          <p:cNvSpPr/>
          <p:nvPr/>
        </p:nvSpPr>
        <p:spPr>
          <a:xfrm>
            <a:off x="676440" y="3484440"/>
            <a:ext cx="82292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Arial"/>
              </a:rPr>
              <a:t>possible in crystals that exhibit 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66ff33"/>
                </a:solidFill>
                <a:latin typeface="Arial"/>
              </a:rPr>
              <a:t>birefringence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4" dur="indefinite" restart="never" nodeType="tmRoot">
          <p:childTnLst>
            <p:seq>
              <p:cTn id="1635" dur="indefinite" nodeType="mainSeq">
                <p:childTnLst>
                  <p:par>
                    <p:cTn id="1636" nodeType="clickEffect" fill="hold">
                      <p:stCondLst>
                        <p:cond delay="0"/>
                      </p:stCondLst>
                      <p:childTnLst>
                        <p:par>
                          <p:cTn id="16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3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0" dur="500"/>
                                        <p:tgtEl>
                                          <p:spTgt spid="3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3" dur="500"/>
                                        <p:tgtEl>
                                          <p:spTgt spid="3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4" nodeType="clickEffect" fill="hold">
                      <p:stCondLst>
                        <p:cond delay="indefinite"/>
                      </p:stCondLst>
                      <p:childTnLst>
                        <p:par>
                          <p:cTn id="16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4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8" dur="500"/>
                                        <p:tgtEl>
                                          <p:spTgt spid="3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9" nodeType="with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5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52" dur="500"/>
                                        <p:tgtEl>
                                          <p:spTgt spid="3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3" name="Group 133"/>
          <p:cNvGrpSpPr/>
          <p:nvPr/>
        </p:nvGrpSpPr>
        <p:grpSpPr>
          <a:xfrm>
            <a:off x="4492440" y="3160440"/>
            <a:ext cx="388800" cy="1722600"/>
            <a:chOff x="4492440" y="3160440"/>
            <a:chExt cx="388800" cy="1722600"/>
          </a:xfrm>
        </p:grpSpPr>
        <p:sp>
          <p:nvSpPr>
            <p:cNvPr id="3004" name="Line 7"/>
            <p:cNvSpPr/>
            <p:nvPr/>
          </p:nvSpPr>
          <p:spPr>
            <a:xfrm flipV="1">
              <a:off x="4511520" y="3201840"/>
              <a:ext cx="338040" cy="1305000"/>
            </a:xfrm>
            <a:prstGeom prst="line">
              <a:avLst/>
            </a:prstGeom>
            <a:ln w="25400">
              <a:solidFill>
                <a:srgbClr val="e30e03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05" name="Line 8"/>
            <p:cNvSpPr/>
            <p:nvPr/>
          </p:nvSpPr>
          <p:spPr>
            <a:xfrm flipV="1">
              <a:off x="4860720" y="3160440"/>
              <a:ext cx="6480" cy="1700280"/>
            </a:xfrm>
            <a:prstGeom prst="line">
              <a:avLst/>
            </a:prstGeom>
            <a:ln w="9525">
              <a:solidFill>
                <a:srgbClr val="000000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3006" name="Group 131"/>
            <p:cNvGrpSpPr/>
            <p:nvPr/>
          </p:nvGrpSpPr>
          <p:grpSpPr>
            <a:xfrm>
              <a:off x="4492440" y="3187440"/>
              <a:ext cx="388800" cy="1695600"/>
              <a:chOff x="4492440" y="3187440"/>
              <a:chExt cx="388800" cy="1695600"/>
            </a:xfrm>
          </p:grpSpPr>
          <p:sp>
            <p:nvSpPr>
              <p:cNvPr id="3007" name="Line 5"/>
              <p:cNvSpPr/>
              <p:nvPr/>
            </p:nvSpPr>
            <p:spPr>
              <a:xfrm flipH="1" flipV="1">
                <a:off x="4497120" y="3587760"/>
                <a:ext cx="6120" cy="964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  <a:tailEnd len="lg" type="arrow" w="lg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08" name="Line 6"/>
              <p:cNvSpPr/>
              <p:nvPr/>
            </p:nvSpPr>
            <p:spPr>
              <a:xfrm>
                <a:off x="4498560" y="4534560"/>
                <a:ext cx="382680" cy="3484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  <a:tailEnd len="lg" type="arrow" w="lg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09" name="Line 9"/>
              <p:cNvSpPr/>
              <p:nvPr/>
            </p:nvSpPr>
            <p:spPr>
              <a:xfrm flipV="1">
                <a:off x="4501800" y="3187440"/>
                <a:ext cx="354960" cy="414720"/>
              </a:xfrm>
              <a:prstGeom prst="line">
                <a:avLst/>
              </a:prstGeom>
              <a:ln w="9525">
                <a:solidFill>
                  <a:srgbClr val="000000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10" name="Line 129"/>
              <p:cNvSpPr/>
              <p:nvPr/>
            </p:nvSpPr>
            <p:spPr>
              <a:xfrm>
                <a:off x="4492440" y="4289400"/>
                <a:ext cx="168480" cy="16776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11" name="Line 130"/>
              <p:cNvSpPr/>
              <p:nvPr/>
            </p:nvSpPr>
            <p:spPr>
              <a:xfrm>
                <a:off x="4656240" y="4447440"/>
                <a:ext cx="360" cy="23544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1" lang="it-IT" sz="2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</p:grpSp>
      <p:sp>
        <p:nvSpPr>
          <p:cNvPr id="30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400" spc="-1" strike="noStrike">
                <a:solidFill>
                  <a:schemeClr val="dk2"/>
                </a:solidFill>
                <a:latin typeface="Arial"/>
              </a:rPr>
              <a:t>Light modulation</a:t>
            </a:r>
            <a:endParaRPr b="0" lang="it-IT" sz="4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013" name="Group 10"/>
          <p:cNvGrpSpPr/>
          <p:nvPr/>
        </p:nvGrpSpPr>
        <p:grpSpPr>
          <a:xfrm>
            <a:off x="2344680" y="3571560"/>
            <a:ext cx="369720" cy="1362240"/>
            <a:chOff x="2344680" y="3571560"/>
            <a:chExt cx="369720" cy="1362240"/>
          </a:xfrm>
        </p:grpSpPr>
        <p:sp>
          <p:nvSpPr>
            <p:cNvPr id="3014" name="Line 11"/>
            <p:cNvSpPr/>
            <p:nvPr/>
          </p:nvSpPr>
          <p:spPr>
            <a:xfrm flipV="1">
              <a:off x="2344680" y="3571560"/>
              <a:ext cx="6120" cy="949320"/>
            </a:xfrm>
            <a:prstGeom prst="line">
              <a:avLst/>
            </a:prstGeom>
            <a:ln w="25400">
              <a:solidFill>
                <a:srgbClr val="e30e03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15" name="Line 12"/>
            <p:cNvSpPr/>
            <p:nvPr/>
          </p:nvSpPr>
          <p:spPr>
            <a:xfrm>
              <a:off x="2346120" y="4525920"/>
              <a:ext cx="368280" cy="40788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  <a:tailEnd len="lg" type="arrow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16" name="Freeform 13"/>
            <p:cNvSpPr/>
            <p:nvPr/>
          </p:nvSpPr>
          <p:spPr>
            <a:xfrm>
              <a:off x="2346480" y="4348080"/>
              <a:ext cx="159840" cy="33300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333000"/>
                <a:gd name="textAreaBottom" fmla="*/ 333360 h 333000"/>
              </a:gdLst>
              <a:ahLst/>
              <a:rect l="textAreaLeft" t="textAreaTop" r="textAreaRight" b="textAreaBottom"/>
              <a:pathLst>
                <a:path w="101" h="210">
                  <a:moveTo>
                    <a:pt x="0" y="0"/>
                  </a:moveTo>
                  <a:lnTo>
                    <a:pt x="101" y="91"/>
                  </a:lnTo>
                  <a:lnTo>
                    <a:pt x="101" y="21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3017" name="Freeform 86"/>
          <p:cNvSpPr/>
          <p:nvPr/>
        </p:nvSpPr>
        <p:spPr>
          <a:xfrm>
            <a:off x="4140360" y="2919240"/>
            <a:ext cx="1044360" cy="2285640"/>
          </a:xfrm>
          <a:custGeom>
            <a:avLst/>
            <a:gdLst>
              <a:gd name="textAreaLeft" fmla="*/ 0 w 1044360"/>
              <a:gd name="textAreaRight" fmla="*/ 1044720 w 1044360"/>
              <a:gd name="textAreaTop" fmla="*/ 0 h 2285640"/>
              <a:gd name="textAreaBottom" fmla="*/ 2286000 h 2285640"/>
            </a:gdLst>
            <a:ahLst/>
            <a:rect l="textAreaLeft" t="textAreaTop" r="textAreaRight" b="textAreaBottom"/>
            <a:pathLst>
              <a:path w="388" h="1440">
                <a:moveTo>
                  <a:pt x="0" y="0"/>
                </a:moveTo>
                <a:lnTo>
                  <a:pt x="0" y="1440"/>
                </a:lnTo>
                <a:lnTo>
                  <a:pt x="388" y="1440"/>
                </a:lnTo>
                <a:lnTo>
                  <a:pt x="388" y="4"/>
                </a:lnTo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018" name="Picture 134" descr=""/>
          <p:cNvPicPr/>
          <p:nvPr/>
        </p:nvPicPr>
        <p:blipFill>
          <a:blip r:embed="rId1"/>
          <a:stretch/>
        </p:blipFill>
        <p:spPr>
          <a:xfrm>
            <a:off x="276120" y="2863800"/>
            <a:ext cx="8618040" cy="2347560"/>
          </a:xfrm>
          <a:prstGeom prst="rect">
            <a:avLst/>
          </a:prstGeom>
          <a:ln w="0">
            <a:noFill/>
          </a:ln>
        </p:spPr>
      </p:pic>
      <p:pic>
        <p:nvPicPr>
          <p:cNvPr id="3019" name="Picture 135" descr=""/>
          <p:cNvPicPr/>
          <p:nvPr/>
        </p:nvPicPr>
        <p:blipFill>
          <a:blip r:embed="rId2"/>
          <a:stretch/>
        </p:blipFill>
        <p:spPr>
          <a:xfrm>
            <a:off x="1036800" y="1982880"/>
            <a:ext cx="6978240" cy="3854160"/>
          </a:xfrm>
          <a:prstGeom prst="rect">
            <a:avLst/>
          </a:prstGeom>
          <a:ln w="0">
            <a:noFill/>
          </a:ln>
        </p:spPr>
      </p:pic>
      <p:pic>
        <p:nvPicPr>
          <p:cNvPr id="3020" name="Picture 136" descr=""/>
          <p:cNvPicPr/>
          <p:nvPr/>
        </p:nvPicPr>
        <p:blipFill>
          <a:blip r:embed="rId3"/>
          <a:stretch/>
        </p:blipFill>
        <p:spPr>
          <a:xfrm>
            <a:off x="2851200" y="5483160"/>
            <a:ext cx="1545840" cy="393480"/>
          </a:xfrm>
          <a:prstGeom prst="rect">
            <a:avLst/>
          </a:prstGeom>
          <a:ln w="0">
            <a:noFill/>
          </a:ln>
        </p:spPr>
      </p:pic>
      <p:pic>
        <p:nvPicPr>
          <p:cNvPr id="3021" name="Picture 137" descr=""/>
          <p:cNvPicPr/>
          <p:nvPr/>
        </p:nvPicPr>
        <p:blipFill>
          <a:blip r:embed="rId4"/>
          <a:stretch/>
        </p:blipFill>
        <p:spPr>
          <a:xfrm>
            <a:off x="2865600" y="6070680"/>
            <a:ext cx="1523520" cy="429840"/>
          </a:xfrm>
          <a:prstGeom prst="rect">
            <a:avLst/>
          </a:prstGeom>
          <a:ln w="0">
            <a:noFill/>
          </a:ln>
        </p:spPr>
      </p:pic>
      <p:pic>
        <p:nvPicPr>
          <p:cNvPr id="3022" name="Picture 138" descr=""/>
          <p:cNvPicPr/>
          <p:nvPr/>
        </p:nvPicPr>
        <p:blipFill>
          <a:blip r:embed="rId5"/>
          <a:stretch/>
        </p:blipFill>
        <p:spPr>
          <a:xfrm>
            <a:off x="4683240" y="5456160"/>
            <a:ext cx="1861920" cy="436320"/>
          </a:xfrm>
          <a:prstGeom prst="rect">
            <a:avLst/>
          </a:prstGeom>
          <a:ln w="0">
            <a:noFill/>
          </a:ln>
        </p:spPr>
      </p:pic>
      <p:pic>
        <p:nvPicPr>
          <p:cNvPr id="3023" name="Picture 139" descr=""/>
          <p:cNvPicPr/>
          <p:nvPr/>
        </p:nvPicPr>
        <p:blipFill>
          <a:blip r:embed="rId6"/>
          <a:stretch/>
        </p:blipFill>
        <p:spPr>
          <a:xfrm>
            <a:off x="4703760" y="6078600"/>
            <a:ext cx="1609200" cy="412560"/>
          </a:xfrm>
          <a:prstGeom prst="rect">
            <a:avLst/>
          </a:prstGeom>
          <a:ln w="0">
            <a:noFill/>
          </a:ln>
        </p:spPr>
      </p:pic>
      <p:pic>
        <p:nvPicPr>
          <p:cNvPr id="3024" name="Picture 140" descr=""/>
          <p:cNvPicPr/>
          <p:nvPr/>
        </p:nvPicPr>
        <p:blipFill>
          <a:blip r:embed="rId7"/>
          <a:stretch/>
        </p:blipFill>
        <p:spPr>
          <a:xfrm>
            <a:off x="5207040" y="5430960"/>
            <a:ext cx="2203200" cy="106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3" dur="indefinite" restart="never" nodeType="tmRoot">
          <p:childTnLst>
            <p:seq>
              <p:cTn id="1654" dur="indefinite" nodeType="mainSeq">
                <p:childTnLst>
                  <p:par>
                    <p:cTn id="1655" nodeType="clickEffect" fill="hold">
                      <p:stCondLst>
                        <p:cond delay="0"/>
                      </p:stCondLst>
                      <p:childTnLst>
                        <p:par>
                          <p:cTn id="16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59" dur="500"/>
                                        <p:tgtEl>
                                          <p:spTgt spid="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0" nodeType="clickEffect" fill="hold">
                      <p:stCondLst>
                        <p:cond delay="indefinite"/>
                      </p:stCondLst>
                      <p:childTnLst>
                        <p:par>
                          <p:cTn id="16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64" dur="50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67" dur="5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8" nodeType="clickEffect" fill="hold">
                      <p:stCondLst>
                        <p:cond delay="indefinite"/>
                      </p:stCondLst>
                      <p:childTnLst>
                        <p:par>
                          <p:cTn id="16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70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71" dur="2000" fill="hold"/>
                                        <p:tgtEl>
                                          <p:spTgt spid="30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3" nodeType="after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1674" dur="2000" fill="hold"/>
                                        <p:tgtEl>
                                          <p:spTgt spid="3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5" nodeType="clickEffect" fill="hold">
                      <p:stCondLst>
                        <p:cond delay="indefinite"/>
                      </p:stCondLst>
                      <p:childTnLst>
                        <p:par>
                          <p:cTn id="16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77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678" dur="5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0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681" dur="50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5" dur="500"/>
                                        <p:tgtEl>
                                          <p:spTgt spid="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6" nodeType="clickEffect" fill="hold">
                      <p:stCondLst>
                        <p:cond delay="indefinite"/>
                      </p:stCondLst>
                      <p:childTnLst>
                        <p:par>
                          <p:cTn id="16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88" nodeType="clickEffect" fill="hold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689" dur="500"/>
                                        <p:tgtEl>
                                          <p:spTgt spid="3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0" dur="500"/>
                                        <p:tgtEl>
                                          <p:spTgt spid="3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2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94" dur="500" fill="hold"/>
                                        <p:tgtEl>
                                          <p:spTgt spid="3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5" dur="500" fill="hold"/>
                                        <p:tgtEl>
                                          <p:spTgt spid="3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6" nodeType="clickEffect" fill="hold">
                      <p:stCondLst>
                        <p:cond delay="indefinite"/>
                      </p:stCondLst>
                      <p:childTnLst>
                        <p:par>
                          <p:cTn id="16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8" nodeType="clickEffect" fill="hold" presetClass="path" presetID="64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006 -1.47086E-006 L -0.00296 -0.08649 E">
                                      <p:cBhvr>
                                        <p:cTn id="1699" dur="500" fill="hold"/>
                                        <p:tgtEl>
                                          <p:spTgt spid="3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0" nodeType="withEffect" fill="hold" presetClass="entr" presetID="5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02" dur="500" fill="hold"/>
                                        <p:tgtEl>
                                          <p:spTgt spid="3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3" dur="500" fill="hold"/>
                                        <p:tgtEl>
                                          <p:spTgt spid="3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4" dur="500" fill="hold"/>
                                        <p:tgtEl>
                                          <p:spTgt spid="3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5" dur="500" fill="hold"/>
                                        <p:tgtEl>
                                          <p:spTgt spid="3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06" dur="500"/>
                                        <p:tgtEl>
                                          <p:spTgt spid="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08" nodeType="afterEffect" fill="hold" presetClass="entr" presetID="5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10" dur="500" fill="hold"/>
                                        <p:tgtEl>
                                          <p:spTgt spid="3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1" dur="500" fill="hold"/>
                                        <p:tgtEl>
                                          <p:spTgt spid="3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2" dur="500" fill="hold"/>
                                        <p:tgtEl>
                                          <p:spTgt spid="3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3" dur="500" fill="hold"/>
                                        <p:tgtEl>
                                          <p:spTgt spid="3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14" dur="5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5" nodeType="clickEffect" fill="hold">
                      <p:stCondLst>
                        <p:cond delay="indefinite"/>
                      </p:stCondLst>
                      <p:childTnLst>
                        <p:par>
                          <p:cTn id="17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17" nodeType="click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7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720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21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1722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4" nodeType="after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72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727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28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1729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0" nodeType="clickEffect" fill="hold">
                      <p:stCondLst>
                        <p:cond delay="indefinite"/>
                      </p:stCondLst>
                      <p:childTnLst>
                        <p:par>
                          <p:cTn id="17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32" nodeType="click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733" dur="1000" fill="hold"/>
                                        <p:tgtEl>
                                          <p:spTgt spid="30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4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735" dur="1000" fill="hold"/>
                                        <p:tgtEl>
                                          <p:spTgt spid="30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6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737" dur="1000" fill="hold"/>
                                        <p:tgtEl>
                                          <p:spTgt spid="30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8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739" dur="1000" fill="hold"/>
                                        <p:tgtEl>
                                          <p:spTgt spid="30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0" nodeType="withEffect" fill="hold" presetClass="entr" presetID="3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74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74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4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repl">
                                        <p:cTn id="1745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5" name="Picture 4" descr=""/>
          <p:cNvPicPr/>
          <p:nvPr/>
        </p:nvPicPr>
        <p:blipFill>
          <a:blip r:embed="rId1"/>
          <a:stretch/>
        </p:blipFill>
        <p:spPr>
          <a:xfrm>
            <a:off x="363600" y="2363760"/>
            <a:ext cx="8464320" cy="2363400"/>
          </a:xfrm>
          <a:prstGeom prst="rect">
            <a:avLst/>
          </a:prstGeom>
          <a:ln w="0">
            <a:noFill/>
          </a:ln>
        </p:spPr>
      </p:pic>
      <p:sp>
        <p:nvSpPr>
          <p:cNvPr id="30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it-IT" sz="4000" spc="-1" strike="noStrike">
                <a:solidFill>
                  <a:schemeClr val="dk2"/>
                </a:solidFill>
                <a:latin typeface="Arial"/>
              </a:rPr>
              <a:t>Light modulation: </a:t>
            </a:r>
            <a:br>
              <a:rPr sz="4000"/>
            </a:br>
            <a:r>
              <a:rPr b="0" lang="it-IT" sz="4000" spc="-1" strike="noStrike">
                <a:solidFill>
                  <a:schemeClr val="dk2"/>
                </a:solidFill>
                <a:latin typeface="Arial"/>
              </a:rPr>
              <a:t>amplitude modulation</a:t>
            </a:r>
            <a:endParaRPr b="0" lang="it-IT" sz="40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027" name="Group 8"/>
          <p:cNvGrpSpPr/>
          <p:nvPr/>
        </p:nvGrpSpPr>
        <p:grpSpPr>
          <a:xfrm>
            <a:off x="6024600" y="2428920"/>
            <a:ext cx="2133360" cy="1523520"/>
            <a:chOff x="6024600" y="2428920"/>
            <a:chExt cx="2133360" cy="1523520"/>
          </a:xfrm>
        </p:grpSpPr>
        <p:sp>
          <p:nvSpPr>
            <p:cNvPr id="3028" name="Freeform 6"/>
            <p:cNvSpPr/>
            <p:nvPr/>
          </p:nvSpPr>
          <p:spPr>
            <a:xfrm>
              <a:off x="6024600" y="2428920"/>
              <a:ext cx="2133360" cy="1523520"/>
            </a:xfrm>
            <a:custGeom>
              <a:avLst/>
              <a:gdLst>
                <a:gd name="textAreaLeft" fmla="*/ 0 w 2133360"/>
                <a:gd name="textAreaRight" fmla="*/ 2133720 w 2133360"/>
                <a:gd name="textAreaTop" fmla="*/ 0 h 1523520"/>
                <a:gd name="textAreaBottom" fmla="*/ 1523880 h 1523520"/>
              </a:gdLst>
              <a:ahLst/>
              <a:rect l="textAreaLeft" t="textAreaTop" r="textAreaRight" b="textAreaBottom"/>
              <a:pathLst>
                <a:path w="1344" h="960">
                  <a:moveTo>
                    <a:pt x="1344" y="0"/>
                  </a:moveTo>
                  <a:lnTo>
                    <a:pt x="1335" y="315"/>
                  </a:lnTo>
                  <a:lnTo>
                    <a:pt x="450" y="369"/>
                  </a:lnTo>
                  <a:lnTo>
                    <a:pt x="432" y="528"/>
                  </a:lnTo>
                  <a:lnTo>
                    <a:pt x="516" y="762"/>
                  </a:lnTo>
                  <a:lnTo>
                    <a:pt x="162" y="960"/>
                  </a:lnTo>
                  <a:lnTo>
                    <a:pt x="0" y="582"/>
                  </a:lnTo>
                  <a:lnTo>
                    <a:pt x="291" y="411"/>
                  </a:lnTo>
                  <a:lnTo>
                    <a:pt x="294" y="312"/>
                  </a:lnTo>
                  <a:lnTo>
                    <a:pt x="150" y="312"/>
                  </a:lnTo>
                  <a:lnTo>
                    <a:pt x="159" y="0"/>
                  </a:lnTo>
                  <a:lnTo>
                    <a:pt x="1344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3029" name="Line 7"/>
            <p:cNvSpPr/>
            <p:nvPr/>
          </p:nvSpPr>
          <p:spPr>
            <a:xfrm flipV="1">
              <a:off x="6057720" y="3509640"/>
              <a:ext cx="747720" cy="9720"/>
            </a:xfrm>
            <a:prstGeom prst="line">
              <a:avLst/>
            </a:prstGeom>
            <a:ln w="2159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280" bIns="-35280" anchor="t">
              <a:noAutofit/>
            </a:bodyPr>
            <a:p>
              <a:endParaRPr b="1" lang="it-IT" sz="2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3030" name="Line 9"/>
          <p:cNvSpPr/>
          <p:nvPr/>
        </p:nvSpPr>
        <p:spPr>
          <a:xfrm flipV="1">
            <a:off x="2006280" y="2019240"/>
            <a:ext cx="5104080" cy="3384360"/>
          </a:xfrm>
          <a:prstGeom prst="line">
            <a:avLst/>
          </a:prstGeom>
          <a:ln w="76200">
            <a:solidFill>
              <a:srgbClr val="ff3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31" name="Line 10"/>
          <p:cNvSpPr/>
          <p:nvPr/>
        </p:nvSpPr>
        <p:spPr>
          <a:xfrm flipH="1" flipV="1">
            <a:off x="1993680" y="2035080"/>
            <a:ext cx="5103720" cy="3384360"/>
          </a:xfrm>
          <a:prstGeom prst="line">
            <a:avLst/>
          </a:prstGeom>
          <a:ln w="76200">
            <a:solidFill>
              <a:srgbClr val="ff3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1" lang="it-IT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32" name="Text Box 11"/>
          <p:cNvSpPr/>
          <p:nvPr/>
        </p:nvSpPr>
        <p:spPr>
          <a:xfrm>
            <a:off x="3870360" y="2652840"/>
            <a:ext cx="67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f3300"/>
                </a:solidFill>
                <a:latin typeface="Arial"/>
              </a:rPr>
              <a:t>= </a:t>
            </a:r>
            <a:r>
              <a:rPr b="1" i="1" lang="it-IT" sz="1800" spc="-1" strike="noStrike">
                <a:solidFill>
                  <a:srgbClr val="ff3300"/>
                </a:solidFill>
                <a:latin typeface="Arial"/>
              </a:rPr>
              <a:t>f</a:t>
            </a:r>
            <a:r>
              <a:rPr b="1" lang="it-IT" sz="1800" spc="-1" strike="noStrike">
                <a:solidFill>
                  <a:srgbClr val="ff3300"/>
                </a:solidFill>
                <a:latin typeface="Arial"/>
              </a:rPr>
              <a:t>(</a:t>
            </a:r>
            <a:r>
              <a:rPr b="1" i="1" lang="it-IT" sz="1800" spc="-1" strike="noStrike">
                <a:solidFill>
                  <a:srgbClr val="ff3300"/>
                </a:solidFill>
                <a:latin typeface="Arial"/>
              </a:rPr>
              <a:t>t</a:t>
            </a:r>
            <a:r>
              <a:rPr b="1" lang="it-IT" sz="1800" spc="-1" strike="noStrike">
                <a:solidFill>
                  <a:srgbClr val="ff3300"/>
                </a:solidFill>
                <a:latin typeface="Arial"/>
              </a:rPr>
              <a:t>)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46" dur="indefinite" restart="never" nodeType="tmRoot">
          <p:childTnLst>
            <p:seq>
              <p:cTn id="1747" dur="indefinite" nodeType="mainSeq">
                <p:childTnLst>
                  <p:par>
                    <p:cTn id="1748" nodeType="clickEffect" fill="hold">
                      <p:stCondLst>
                        <p:cond delay="0"/>
                      </p:stCondLst>
                      <p:childTnLst>
                        <p:par>
                          <p:cTn id="17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5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52" dur="500"/>
                                        <p:tgtEl>
                                          <p:spTgt spid="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55" dur="5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6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58" dur="500" fill="hold"/>
                                        <p:tgtEl>
                                          <p:spTgt spid="3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9" dur="500" fill="hold"/>
                                        <p:tgtEl>
                                          <p:spTgt spid="3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60" dur="500"/>
                                        <p:tgtEl>
                                          <p:spTgt spid="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1" nodeType="clickEffect" fill="hold">
                      <p:stCondLst>
                        <p:cond delay="indefinite"/>
                      </p:stCondLst>
                      <p:childTnLst>
                        <p:par>
                          <p:cTn id="17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63" nodeType="clickEffect" fill="hold" presetClass="entr" presetID="18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765" dur="500"/>
                                        <p:tgtEl>
                                          <p:spTgt spid="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67" nodeType="after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1769" dur="500"/>
                                        <p:tgtEl>
                                          <p:spTgt spid="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0" nodeType="clickEffect" fill="hold">
                      <p:stCondLst>
                        <p:cond delay="indefinite"/>
                      </p:stCondLst>
                      <p:childTnLst>
                        <p:par>
                          <p:cTn id="17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2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73" dur="5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5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76" dur="500"/>
                                        <p:tgtEl>
                                          <p:spTgt spid="3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8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779" dur="500"/>
                                        <p:tgtEl>
                                          <p:spTgt spid="3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Punti digitali">
  <a:themeElements>
    <a:clrScheme name="">
      <a:dk1>
        <a:srgbClr val="00008a"/>
      </a:dk1>
      <a:lt1>
        <a:srgbClr val="ffffff"/>
      </a:lt1>
      <a:dk2>
        <a:srgbClr val="0000ff"/>
      </a:dk2>
      <a:lt2>
        <a:srgbClr val="ffffff"/>
      </a:lt2>
      <a:accent1>
        <a:srgbClr val="0099ff"/>
      </a:accent1>
      <a:accent2>
        <a:srgbClr val="00007a"/>
      </a:accent2>
      <a:accent3>
        <a:srgbClr val="aaaaff"/>
      </a:accent3>
      <a:accent4>
        <a:srgbClr val="dadada"/>
      </a:accent4>
      <a:accent5>
        <a:srgbClr val="aacaff"/>
      </a:accent5>
      <a:accent6>
        <a:srgbClr val="00006e"/>
      </a:accent6>
      <a:hlink>
        <a:srgbClr val="eaeaea"/>
      </a:hlink>
      <a:folHlink>
        <a:srgbClr val="ffcc00"/>
      </a:folHlink>
    </a:clrScheme>
    <a:fontScheme name="Punti digitali">
      <a:majorFont>
        <a:latin typeface="Arial" pitchFamily="0" charset="1"/>
        <a:ea typeface=""/>
        <a:cs typeface="Arial" pitchFamily="0" charset="1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275CB928852D4F98BEFE5DFB6F2477" ma:contentTypeVersion="11" ma:contentTypeDescription="Creare un nuovo documento." ma:contentTypeScope="" ma:versionID="c44df1dde15443c38d98ea1f318dc820">
  <xsd:schema xmlns:xsd="http://www.w3.org/2001/XMLSchema" xmlns:xs="http://www.w3.org/2001/XMLSchema" xmlns:p="http://schemas.microsoft.com/office/2006/metadata/properties" xmlns:ns2="d4f46e5a-a132-4d6d-b1d0-ec9225f57ee3" xmlns:ns3="3c4fe468-eeb4-4c2e-82ee-41713b861d16" targetNamespace="http://schemas.microsoft.com/office/2006/metadata/properties" ma:root="true" ma:fieldsID="b1fcb36802573f0d3470b074d9b9a52b" ns2:_="" ns3:_="">
    <xsd:import namespace="d4f46e5a-a132-4d6d-b1d0-ec9225f57ee3"/>
    <xsd:import namespace="3c4fe468-eeb4-4c2e-82ee-41713b861d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f46e5a-a132-4d6d-b1d0-ec9225f57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fe468-eeb4-4c2e-82ee-41713b861d1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E71EEF-1F24-40D8-BB97-967E1A20443D}"/>
</file>

<file path=customXml/itemProps2.xml><?xml version="1.0" encoding="utf-8"?>
<ds:datastoreItem xmlns:ds="http://schemas.openxmlformats.org/officeDocument/2006/customXml" ds:itemID="{DEDF4745-5512-41A3-A984-30C5E23085C9}"/>
</file>

<file path=customXml/itemProps3.xml><?xml version="1.0" encoding="utf-8"?>
<ds:datastoreItem xmlns:ds="http://schemas.openxmlformats.org/officeDocument/2006/customXml" ds:itemID="{5464C09B-A486-4129-917E-1C558FB3D610}"/>
</file>

<file path=docProps/app.xml><?xml version="1.0" encoding="utf-8"?>
<Properties xmlns="http://schemas.openxmlformats.org/officeDocument/2006/extended-properties" xmlns:vt="http://schemas.openxmlformats.org/officeDocument/2006/docPropsVTypes">
  <Template>Digital Dots</Template>
  <TotalTime>0</TotalTime>
  <Application>LibreOffice/24.2.7.2$Linux_X86_64 LibreOffice_project/420$Build-2</Application>
  <AppVersion>15.0000</AppVersion>
  <Words>304</Words>
  <Paragraphs>88</Paragraphs>
  <Company>Università di PALERMO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2013-09-17T16:53:06Z</dcterms:created>
  <dc:creator>Mauro Mosca</dc:creator>
  <dc:description/>
  <dc:language>it-IT</dc:language>
  <cp:lastModifiedBy>MAURO MOSCA</cp:lastModifiedBy>
  <cp:lastPrinted>2026-02-26T15:48:14Z</cp:lastPrinted>
  <dcterms:modified xsi:type="dcterms:W3CDTF">2021-09-29T19:36:14Z</dcterms:modified>
  <cp:revision>128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0x010100F0275CB928852D4F98BEFE5DFB6F2477</vt:lpwstr>
  </property>
  <property fmtid="{D5CDD505-2E9C-101B-9397-08002B2CF9AE}" pid="3" name="MMClips">
    <vt:i4>2</vt:i4>
  </property>
  <property fmtid="{D5CDD505-2E9C-101B-9397-08002B2CF9AE}" pid="4" name="Notes">
    <vt:i4>6</vt:i4>
  </property>
  <property fmtid="{D5CDD505-2E9C-101B-9397-08002B2CF9AE}" pid="5" name="PresentationFormat">
    <vt:lpwstr>Presentazione su schermo (4:3)</vt:lpwstr>
  </property>
  <property fmtid="{D5CDD505-2E9C-101B-9397-08002B2CF9AE}" pid="6" name="Slides">
    <vt:i4>21</vt:i4>
  </property>
</Properties>
</file>